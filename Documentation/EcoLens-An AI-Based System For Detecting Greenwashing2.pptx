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706" r:id="rId2"/>
    <p:sldMasterId id="2147483709" r:id="rId3"/>
    <p:sldMasterId id="2147483740" r:id="rId4"/>
  </p:sldMasterIdLst>
  <p:sldIdLst>
    <p:sldId id="256" r:id="rId5"/>
    <p:sldId id="260" r:id="rId6"/>
    <p:sldId id="258" r:id="rId7"/>
    <p:sldId id="259" r:id="rId8"/>
    <p:sldId id="261" r:id="rId9"/>
    <p:sldId id="263" r:id="rId10"/>
    <p:sldId id="264" r:id="rId11"/>
    <p:sldId id="270" r:id="rId12"/>
    <p:sldId id="271" r:id="rId13"/>
    <p:sldId id="262" r:id="rId14"/>
    <p:sldId id="272" r:id="rId15"/>
    <p:sldId id="265" r:id="rId16"/>
    <p:sldId id="266" r:id="rId17"/>
    <p:sldId id="268" r:id="rId18"/>
    <p:sldId id="269" r:id="rId19"/>
    <p:sldId id="267"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8E5702-9B4D-4A59-B5B0-0E338530914F}" v="82" dt="2025-12-30T06:55:38.8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62" d="100"/>
          <a:sy n="62" d="100"/>
        </p:scale>
        <p:origin x="106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itya Movva" userId="e23299076b1878cb" providerId="LiveId" clId="{F3188605-A88F-4EE5-A57C-D56DB3151C01}"/>
    <pc:docChg chg="undo custSel addSld delSld modSld sldOrd">
      <pc:chgData name="Sahitya Movva" userId="e23299076b1878cb" providerId="LiveId" clId="{F3188605-A88F-4EE5-A57C-D56DB3151C01}" dt="2026-01-29T01:03:42.960" v="1437" actId="12"/>
      <pc:docMkLst>
        <pc:docMk/>
      </pc:docMkLst>
      <pc:sldChg chg="addSp delSp modSp add del mod">
        <pc:chgData name="Sahitya Movva" userId="e23299076b1878cb" providerId="LiveId" clId="{F3188605-A88F-4EE5-A57C-D56DB3151C01}" dt="2025-12-30T06:55:38.849" v="883" actId="1036"/>
        <pc:sldMkLst>
          <pc:docMk/>
          <pc:sldMk cId="1194998936" sldId="256"/>
        </pc:sldMkLst>
        <pc:picChg chg="add mod">
          <ac:chgData name="Sahitya Movva" userId="e23299076b1878cb" providerId="LiveId" clId="{F3188605-A88F-4EE5-A57C-D56DB3151C01}" dt="2025-12-30T06:55:38.849" v="883" actId="1036"/>
          <ac:picMkLst>
            <pc:docMk/>
            <pc:sldMk cId="1194998936" sldId="256"/>
            <ac:picMk id="4" creationId="{C9AC4ACD-57CA-1391-8C49-FDA6F72EB31B}"/>
          </ac:picMkLst>
        </pc:picChg>
      </pc:sldChg>
      <pc:sldChg chg="addSp delSp modSp mod ord">
        <pc:chgData name="Sahitya Movva" userId="e23299076b1878cb" providerId="LiveId" clId="{F3188605-A88F-4EE5-A57C-D56DB3151C01}" dt="2026-01-28T13:49:21.952" v="994"/>
        <pc:sldMkLst>
          <pc:docMk/>
          <pc:sldMk cId="4236000764" sldId="260"/>
        </pc:sldMkLst>
        <pc:spChg chg="mod">
          <ac:chgData name="Sahitya Movva" userId="e23299076b1878cb" providerId="LiveId" clId="{F3188605-A88F-4EE5-A57C-D56DB3151C01}" dt="2026-01-28T13:44:28.125" v="891" actId="20577"/>
          <ac:spMkLst>
            <pc:docMk/>
            <pc:sldMk cId="4236000764" sldId="260"/>
            <ac:spMk id="3" creationId="{A175389C-5F87-2DA0-142B-BC9848ABD4CC}"/>
          </ac:spMkLst>
        </pc:spChg>
        <pc:spChg chg="add del mod">
          <ac:chgData name="Sahitya Movva" userId="e23299076b1878cb" providerId="LiveId" clId="{F3188605-A88F-4EE5-A57C-D56DB3151C01}" dt="2026-01-28T13:44:35.041" v="894"/>
          <ac:spMkLst>
            <pc:docMk/>
            <pc:sldMk cId="4236000764" sldId="260"/>
            <ac:spMk id="5" creationId="{AF461AF7-9E05-4986-7551-E541D1432C9D}"/>
          </ac:spMkLst>
        </pc:spChg>
        <pc:spChg chg="add del mod">
          <ac:chgData name="Sahitya Movva" userId="e23299076b1878cb" providerId="LiveId" clId="{F3188605-A88F-4EE5-A57C-D56DB3151C01}" dt="2026-01-28T13:44:35.044" v="896"/>
          <ac:spMkLst>
            <pc:docMk/>
            <pc:sldMk cId="4236000764" sldId="260"/>
            <ac:spMk id="6" creationId="{615B9B30-FE7B-C3DF-8E62-F550291158B8}"/>
          </ac:spMkLst>
        </pc:spChg>
        <pc:spChg chg="add del mod">
          <ac:chgData name="Sahitya Movva" userId="e23299076b1878cb" providerId="LiveId" clId="{F3188605-A88F-4EE5-A57C-D56DB3151C01}" dt="2026-01-28T13:49:21.952" v="994"/>
          <ac:spMkLst>
            <pc:docMk/>
            <pc:sldMk cId="4236000764" sldId="260"/>
            <ac:spMk id="7" creationId="{BAA1D50D-69F4-CA80-C80F-A2D642DC21CB}"/>
          </ac:spMkLst>
        </pc:spChg>
        <pc:spChg chg="add mod">
          <ac:chgData name="Sahitya Movva" userId="e23299076b1878cb" providerId="LiveId" clId="{F3188605-A88F-4EE5-A57C-D56DB3151C01}" dt="2026-01-28T13:49:14.073" v="992" actId="20577"/>
          <ac:spMkLst>
            <pc:docMk/>
            <pc:sldMk cId="4236000764" sldId="260"/>
            <ac:spMk id="8" creationId="{6A5C1BDD-9F74-1686-0927-9436BD974C39}"/>
          </ac:spMkLst>
        </pc:spChg>
      </pc:sldChg>
      <pc:sldChg chg="addSp delSp modSp mod ord">
        <pc:chgData name="Sahitya Movva" userId="e23299076b1878cb" providerId="LiveId" clId="{F3188605-A88F-4EE5-A57C-D56DB3151C01}" dt="2025-12-30T05:09:44.547" v="877" actId="20577"/>
        <pc:sldMkLst>
          <pc:docMk/>
          <pc:sldMk cId="3487400348" sldId="261"/>
        </pc:sldMkLst>
        <pc:spChg chg="mod">
          <ac:chgData name="Sahitya Movva" userId="e23299076b1878cb" providerId="LiveId" clId="{F3188605-A88F-4EE5-A57C-D56DB3151C01}" dt="2025-12-30T05:09:44.547" v="877" actId="20577"/>
          <ac:spMkLst>
            <pc:docMk/>
            <pc:sldMk cId="3487400348" sldId="261"/>
            <ac:spMk id="3" creationId="{96A5BB43-2D79-A7D3-A55A-32841C346AB9}"/>
          </ac:spMkLst>
        </pc:spChg>
      </pc:sldChg>
      <pc:sldChg chg="addSp delSp modSp mod ord">
        <pc:chgData name="Sahitya Movva" userId="e23299076b1878cb" providerId="LiveId" clId="{F3188605-A88F-4EE5-A57C-D56DB3151C01}" dt="2026-01-28T14:15:46.311" v="1184" actId="255"/>
        <pc:sldMkLst>
          <pc:docMk/>
          <pc:sldMk cId="118599183" sldId="262"/>
        </pc:sldMkLst>
        <pc:spChg chg="mod">
          <ac:chgData name="Sahitya Movva" userId="e23299076b1878cb" providerId="LiveId" clId="{F3188605-A88F-4EE5-A57C-D56DB3151C01}" dt="2026-01-28T14:15:46.311" v="1184" actId="255"/>
          <ac:spMkLst>
            <pc:docMk/>
            <pc:sldMk cId="118599183" sldId="262"/>
            <ac:spMk id="2" creationId="{AF637E54-3AA8-8C12-C24D-335512E3DCF2}"/>
          </ac:spMkLst>
        </pc:spChg>
      </pc:sldChg>
      <pc:sldChg chg="addSp delSp modSp mod ord">
        <pc:chgData name="Sahitya Movva" userId="e23299076b1878cb" providerId="LiveId" clId="{F3188605-A88F-4EE5-A57C-D56DB3151C01}" dt="2026-01-28T14:38:20.241" v="1428" actId="113"/>
        <pc:sldMkLst>
          <pc:docMk/>
          <pc:sldMk cId="1728040462" sldId="263"/>
        </pc:sldMkLst>
        <pc:spChg chg="mod">
          <ac:chgData name="Sahitya Movva" userId="e23299076b1878cb" providerId="LiveId" clId="{F3188605-A88F-4EE5-A57C-D56DB3151C01}" dt="2026-01-28T14:38:20.241" v="1428" actId="113"/>
          <ac:spMkLst>
            <pc:docMk/>
            <pc:sldMk cId="1728040462" sldId="263"/>
            <ac:spMk id="12" creationId="{B4E0D8F9-B4F2-A616-27A7-6A423DB15619}"/>
          </ac:spMkLst>
        </pc:spChg>
      </pc:sldChg>
      <pc:sldChg chg="addSp delSp modSp mod ord">
        <pc:chgData name="Sahitya Movva" userId="e23299076b1878cb" providerId="LiveId" clId="{F3188605-A88F-4EE5-A57C-D56DB3151C01}" dt="2026-01-28T13:58:38.463" v="1060" actId="20577"/>
        <pc:sldMkLst>
          <pc:docMk/>
          <pc:sldMk cId="1108679423" sldId="264"/>
        </pc:sldMkLst>
        <pc:spChg chg="mod">
          <ac:chgData name="Sahitya Movva" userId="e23299076b1878cb" providerId="LiveId" clId="{F3188605-A88F-4EE5-A57C-D56DB3151C01}" dt="2026-01-28T13:58:38.463" v="1060" actId="20577"/>
          <ac:spMkLst>
            <pc:docMk/>
            <pc:sldMk cId="1108679423" sldId="264"/>
            <ac:spMk id="3" creationId="{FD32CC68-E782-9553-62D8-77261A8B40D6}"/>
          </ac:spMkLst>
        </pc:spChg>
      </pc:sldChg>
      <pc:sldChg chg="addSp delSp modSp mod ord">
        <pc:chgData name="Sahitya Movva" userId="e23299076b1878cb" providerId="LiveId" clId="{F3188605-A88F-4EE5-A57C-D56DB3151C01}" dt="2026-01-28T14:33:51.402" v="1365" actId="14100"/>
        <pc:sldMkLst>
          <pc:docMk/>
          <pc:sldMk cId="946011682" sldId="265"/>
        </pc:sldMkLst>
        <pc:spChg chg="add del mod">
          <ac:chgData name="Sahitya Movva" userId="e23299076b1878cb" providerId="LiveId" clId="{F3188605-A88F-4EE5-A57C-D56DB3151C01}" dt="2026-01-28T14:28:43.005" v="1328" actId="113"/>
          <ac:spMkLst>
            <pc:docMk/>
            <pc:sldMk cId="946011682" sldId="265"/>
            <ac:spMk id="2" creationId="{2D9EF4A5-D96D-3B69-CCE6-6C51A583FFED}"/>
          </ac:spMkLst>
        </pc:spChg>
        <pc:spChg chg="mod">
          <ac:chgData name="Sahitya Movva" userId="e23299076b1878cb" providerId="LiveId" clId="{F3188605-A88F-4EE5-A57C-D56DB3151C01}" dt="2026-01-28T14:33:51.402" v="1365" actId="14100"/>
          <ac:spMkLst>
            <pc:docMk/>
            <pc:sldMk cId="946011682" sldId="265"/>
            <ac:spMk id="3" creationId="{49F8DD92-3450-1159-6FB6-81FE5CE8BFB3}"/>
          </ac:spMkLst>
        </pc:spChg>
        <pc:spChg chg="add del mod">
          <ac:chgData name="Sahitya Movva" userId="e23299076b1878cb" providerId="LiveId" clId="{F3188605-A88F-4EE5-A57C-D56DB3151C01}" dt="2026-01-28T14:27:18.318" v="1309"/>
          <ac:spMkLst>
            <pc:docMk/>
            <pc:sldMk cId="946011682" sldId="265"/>
            <ac:spMk id="5" creationId="{3D9F9F3F-5983-F170-5945-9043EA5FE26E}"/>
          </ac:spMkLst>
        </pc:spChg>
        <pc:spChg chg="add mod">
          <ac:chgData name="Sahitya Movva" userId="e23299076b1878cb" providerId="LiveId" clId="{F3188605-A88F-4EE5-A57C-D56DB3151C01}" dt="2026-01-28T14:27:12.956" v="1307" actId="21"/>
          <ac:spMkLst>
            <pc:docMk/>
            <pc:sldMk cId="946011682" sldId="265"/>
            <ac:spMk id="6" creationId="{FED33588-76FD-7231-1EB4-F618A132D932}"/>
          </ac:spMkLst>
        </pc:spChg>
        <pc:spChg chg="add mod">
          <ac:chgData name="Sahitya Movva" userId="e23299076b1878cb" providerId="LiveId" clId="{F3188605-A88F-4EE5-A57C-D56DB3151C01}" dt="2026-01-28T14:27:30.793" v="1310"/>
          <ac:spMkLst>
            <pc:docMk/>
            <pc:sldMk cId="946011682" sldId="265"/>
            <ac:spMk id="7" creationId="{3D9F9F3F-5983-F170-5945-9043EA5FE26E}"/>
          </ac:spMkLst>
        </pc:spChg>
        <pc:spChg chg="add mod">
          <ac:chgData name="Sahitya Movva" userId="e23299076b1878cb" providerId="LiveId" clId="{F3188605-A88F-4EE5-A57C-D56DB3151C01}" dt="2026-01-28T14:30:57.504" v="1333" actId="20578"/>
          <ac:spMkLst>
            <pc:docMk/>
            <pc:sldMk cId="946011682" sldId="265"/>
            <ac:spMk id="8" creationId="{1E599556-5BFE-9CD6-FA6B-430F46D207E8}"/>
          </ac:spMkLst>
        </pc:spChg>
      </pc:sldChg>
      <pc:sldChg chg="addSp delSp modSp mod ord">
        <pc:chgData name="Sahitya Movva" userId="e23299076b1878cb" providerId="LiveId" clId="{F3188605-A88F-4EE5-A57C-D56DB3151C01}" dt="2026-01-28T14:26:37.411" v="1304"/>
        <pc:sldMkLst>
          <pc:docMk/>
          <pc:sldMk cId="4053559931" sldId="266"/>
        </pc:sldMkLst>
      </pc:sldChg>
      <pc:sldChg chg="addSp delSp modSp new mod modClrScheme chgLayout">
        <pc:chgData name="Sahitya Movva" userId="e23299076b1878cb" providerId="LiveId" clId="{F3188605-A88F-4EE5-A57C-D56DB3151C01}" dt="2026-01-28T14:37:51.903" v="1424" actId="113"/>
        <pc:sldMkLst>
          <pc:docMk/>
          <pc:sldMk cId="239689554" sldId="270"/>
        </pc:sldMkLst>
        <pc:spChg chg="del mod ord">
          <ac:chgData name="Sahitya Movva" userId="e23299076b1878cb" providerId="LiveId" clId="{F3188605-A88F-4EE5-A57C-D56DB3151C01}" dt="2026-01-28T14:00:02.745" v="1062" actId="700"/>
          <ac:spMkLst>
            <pc:docMk/>
            <pc:sldMk cId="239689554" sldId="270"/>
            <ac:spMk id="2" creationId="{DCA24745-52BE-FDA3-6EAC-13B122900B90}"/>
          </ac:spMkLst>
        </pc:spChg>
        <pc:spChg chg="del mod ord">
          <ac:chgData name="Sahitya Movva" userId="e23299076b1878cb" providerId="LiveId" clId="{F3188605-A88F-4EE5-A57C-D56DB3151C01}" dt="2026-01-28T14:00:02.745" v="1062" actId="700"/>
          <ac:spMkLst>
            <pc:docMk/>
            <pc:sldMk cId="239689554" sldId="270"/>
            <ac:spMk id="3" creationId="{41A022CF-4419-926A-F4CE-FBBC7E4CEE12}"/>
          </ac:spMkLst>
        </pc:spChg>
        <pc:spChg chg="add mod ord">
          <ac:chgData name="Sahitya Movva" userId="e23299076b1878cb" providerId="LiveId" clId="{F3188605-A88F-4EE5-A57C-D56DB3151C01}" dt="2026-01-28T14:14:49.886" v="1177" actId="255"/>
          <ac:spMkLst>
            <pc:docMk/>
            <pc:sldMk cId="239689554" sldId="270"/>
            <ac:spMk id="4" creationId="{7817874D-8F30-AE2F-7D1C-15A232F03F96}"/>
          </ac:spMkLst>
        </pc:spChg>
        <pc:spChg chg="add mod ord">
          <ac:chgData name="Sahitya Movva" userId="e23299076b1878cb" providerId="LiveId" clId="{F3188605-A88F-4EE5-A57C-D56DB3151C01}" dt="2026-01-28T14:37:51.903" v="1424" actId="113"/>
          <ac:spMkLst>
            <pc:docMk/>
            <pc:sldMk cId="239689554" sldId="270"/>
            <ac:spMk id="5" creationId="{900454EF-4019-EE50-2753-366C18176F0C}"/>
          </ac:spMkLst>
        </pc:spChg>
        <pc:picChg chg="add mod">
          <ac:chgData name="Sahitya Movva" userId="e23299076b1878cb" providerId="LiveId" clId="{F3188605-A88F-4EE5-A57C-D56DB3151C01}" dt="2026-01-28T14:00:32.920" v="1068" actId="167"/>
          <ac:picMkLst>
            <pc:docMk/>
            <pc:sldMk cId="239689554" sldId="270"/>
            <ac:picMk id="6" creationId="{441865FD-01CF-7881-7995-0CA207C07C28}"/>
          </ac:picMkLst>
        </pc:picChg>
      </pc:sldChg>
      <pc:sldChg chg="addSp modSp new mod">
        <pc:chgData name="Sahitya Movva" userId="e23299076b1878cb" providerId="LiveId" clId="{F3188605-A88F-4EE5-A57C-D56DB3151C01}" dt="2026-01-28T14:33:05.381" v="1362" actId="2711"/>
        <pc:sldMkLst>
          <pc:docMk/>
          <pc:sldMk cId="2882073268" sldId="271"/>
        </pc:sldMkLst>
        <pc:spChg chg="mod">
          <ac:chgData name="Sahitya Movva" userId="e23299076b1878cb" providerId="LiveId" clId="{F3188605-A88F-4EE5-A57C-D56DB3151C01}" dt="2026-01-28T14:15:33.001" v="1183" actId="255"/>
          <ac:spMkLst>
            <pc:docMk/>
            <pc:sldMk cId="2882073268" sldId="271"/>
            <ac:spMk id="2" creationId="{96CDC542-E19B-CD02-AE8A-32758E2D3E1F}"/>
          </ac:spMkLst>
        </pc:spChg>
        <pc:spChg chg="mod">
          <ac:chgData name="Sahitya Movva" userId="e23299076b1878cb" providerId="LiveId" clId="{F3188605-A88F-4EE5-A57C-D56DB3151C01}" dt="2026-01-28T14:33:05.381" v="1362" actId="2711"/>
          <ac:spMkLst>
            <pc:docMk/>
            <pc:sldMk cId="2882073268" sldId="271"/>
            <ac:spMk id="3" creationId="{E48DBAC8-18E6-E7ED-931C-3BBB1B521930}"/>
          </ac:spMkLst>
        </pc:spChg>
        <pc:picChg chg="add mod">
          <ac:chgData name="Sahitya Movva" userId="e23299076b1878cb" providerId="LiveId" clId="{F3188605-A88F-4EE5-A57C-D56DB3151C01}" dt="2026-01-28T14:06:32.807" v="1126" actId="167"/>
          <ac:picMkLst>
            <pc:docMk/>
            <pc:sldMk cId="2882073268" sldId="271"/>
            <ac:picMk id="4" creationId="{EFCD431B-2A4A-D872-54F5-6AF43B0EA0AA}"/>
          </ac:picMkLst>
        </pc:picChg>
      </pc:sldChg>
      <pc:sldChg chg="addSp delSp modSp new mod">
        <pc:chgData name="Sahitya Movva" userId="e23299076b1878cb" providerId="LiveId" clId="{F3188605-A88F-4EE5-A57C-D56DB3151C01}" dt="2026-01-29T01:03:42.960" v="1437" actId="12"/>
        <pc:sldMkLst>
          <pc:docMk/>
          <pc:sldMk cId="2965311270" sldId="272"/>
        </pc:sldMkLst>
        <pc:spChg chg="mod">
          <ac:chgData name="Sahitya Movva" userId="e23299076b1878cb" providerId="LiveId" clId="{F3188605-A88F-4EE5-A57C-D56DB3151C01}" dt="2026-01-28T14:17:32.388" v="1190" actId="113"/>
          <ac:spMkLst>
            <pc:docMk/>
            <pc:sldMk cId="2965311270" sldId="272"/>
            <ac:spMk id="2" creationId="{228D8C99-DC42-7F61-6A30-151918B08883}"/>
          </ac:spMkLst>
        </pc:spChg>
        <pc:spChg chg="del mod">
          <ac:chgData name="Sahitya Movva" userId="e23299076b1878cb" providerId="LiveId" clId="{F3188605-A88F-4EE5-A57C-D56DB3151C01}" dt="2026-01-28T14:18:12.857" v="1195"/>
          <ac:spMkLst>
            <pc:docMk/>
            <pc:sldMk cId="2965311270" sldId="272"/>
            <ac:spMk id="3" creationId="{C2257EF1-13EA-D53A-57BB-4341D21EDFA0}"/>
          </ac:spMkLst>
        </pc:spChg>
        <pc:spChg chg="add mod">
          <ac:chgData name="Sahitya Movva" userId="e23299076b1878cb" providerId="LiveId" clId="{F3188605-A88F-4EE5-A57C-D56DB3151C01}" dt="2026-01-29T01:03:42.960" v="1437" actId="12"/>
          <ac:spMkLst>
            <pc:docMk/>
            <pc:sldMk cId="2965311270" sldId="272"/>
            <ac:spMk id="5" creationId="{35529C09-17DF-C80E-6E58-A649097C4B33}"/>
          </ac:spMkLst>
        </pc:spChg>
        <pc:picChg chg="add mod">
          <ac:chgData name="Sahitya Movva" userId="e23299076b1878cb" providerId="LiveId" clId="{F3188605-A88F-4EE5-A57C-D56DB3151C01}" dt="2026-01-28T14:11:15.405" v="1168" actId="1076"/>
          <ac:picMkLst>
            <pc:docMk/>
            <pc:sldMk cId="2965311270" sldId="272"/>
            <ac:picMk id="4" creationId="{F57D6F36-9BDF-AF12-39AB-8DC3677446FE}"/>
          </ac:picMkLst>
        </pc:picChg>
      </pc:sldChg>
      <pc:sldChg chg="addSp delSp modSp new del mod">
        <pc:chgData name="Sahitya Movva" userId="e23299076b1878cb" providerId="LiveId" clId="{F3188605-A88F-4EE5-A57C-D56DB3151C01}" dt="2026-01-28T14:29:28.668" v="1329" actId="2696"/>
        <pc:sldMkLst>
          <pc:docMk/>
          <pc:sldMk cId="2901845741" sldId="273"/>
        </pc:sldMkLst>
        <pc:spChg chg="mod">
          <ac:chgData name="Sahitya Movva" userId="e23299076b1878cb" providerId="LiveId" clId="{F3188605-A88F-4EE5-A57C-D56DB3151C01}" dt="2026-01-28T14:24:18.812" v="1292" actId="2711"/>
          <ac:spMkLst>
            <pc:docMk/>
            <pc:sldMk cId="2901845741" sldId="273"/>
            <ac:spMk id="2" creationId="{C6F45461-D1E9-24F5-793A-8EFB6FE742BF}"/>
          </ac:spMkLst>
        </pc:spChg>
        <pc:spChg chg="del mod">
          <ac:chgData name="Sahitya Movva" userId="e23299076b1878cb" providerId="LiveId" clId="{F3188605-A88F-4EE5-A57C-D56DB3151C01}" dt="2026-01-28T14:24:43.814" v="1293"/>
          <ac:spMkLst>
            <pc:docMk/>
            <pc:sldMk cId="2901845741" sldId="273"/>
            <ac:spMk id="3" creationId="{BDC63797-6464-4E39-8077-7469BD1129C7}"/>
          </ac:spMkLst>
        </pc:spChg>
        <pc:spChg chg="add mod">
          <ac:chgData name="Sahitya Movva" userId="e23299076b1878cb" providerId="LiveId" clId="{F3188605-A88F-4EE5-A57C-D56DB3151C01}" dt="2026-01-28T14:26:07.646" v="1300" actId="14100"/>
          <ac:spMkLst>
            <pc:docMk/>
            <pc:sldMk cId="2901845741" sldId="273"/>
            <ac:spMk id="7" creationId="{9F9FBB72-63A7-D7DA-0236-ED861C39024E}"/>
          </ac:spMkLst>
        </pc:spChg>
        <pc:picChg chg="add mod">
          <ac:chgData name="Sahitya Movva" userId="e23299076b1878cb" providerId="LiveId" clId="{F3188605-A88F-4EE5-A57C-D56DB3151C01}" dt="2026-01-28T14:22:32.237" v="1276" actId="167"/>
          <ac:picMkLst>
            <pc:docMk/>
            <pc:sldMk cId="2901845741" sldId="273"/>
            <ac:picMk id="4" creationId="{F6F790A3-7068-8994-F039-2D439756D93B}"/>
          </ac:picMkLst>
        </pc:picChg>
        <pc:picChg chg="add del mod">
          <ac:chgData name="Sahitya Movva" userId="e23299076b1878cb" providerId="LiveId" clId="{F3188605-A88F-4EE5-A57C-D56DB3151C01}" dt="2026-01-28T14:23:37.433" v="1285" actId="478"/>
          <ac:picMkLst>
            <pc:docMk/>
            <pc:sldMk cId="2901845741" sldId="273"/>
            <ac:picMk id="5" creationId="{1A0B7803-4968-3D4D-5BA0-28B518326A17}"/>
          </ac:picMkLst>
        </pc:picChg>
        <pc:picChg chg="add del mod">
          <ac:chgData name="Sahitya Movva" userId="e23299076b1878cb" providerId="LiveId" clId="{F3188605-A88F-4EE5-A57C-D56DB3151C01}" dt="2026-01-28T14:23:40.876" v="1287" actId="478"/>
          <ac:picMkLst>
            <pc:docMk/>
            <pc:sldMk cId="2901845741" sldId="273"/>
            <ac:picMk id="6" creationId="{7B0FC96E-E83F-BF85-E732-5F9B9924254A}"/>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bit.ly/3A1uf1Q"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0" name="Google Shape;10;p2"/>
          <p:cNvSpPr txBox="1">
            <a:spLocks noGrp="1"/>
          </p:cNvSpPr>
          <p:nvPr>
            <p:ph type="ctrTitle"/>
          </p:nvPr>
        </p:nvSpPr>
        <p:spPr>
          <a:xfrm>
            <a:off x="2103800" y="2237408"/>
            <a:ext cx="7984400" cy="1784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333" b="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1" name="Google Shape;11;p2"/>
          <p:cNvSpPr txBox="1">
            <a:spLocks noGrp="1"/>
          </p:cNvSpPr>
          <p:nvPr>
            <p:ph type="subTitle" idx="1"/>
          </p:nvPr>
        </p:nvSpPr>
        <p:spPr>
          <a:xfrm>
            <a:off x="4237933" y="4083541"/>
            <a:ext cx="3716000" cy="87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2133">
                <a:solidFill>
                  <a:schemeClr val="lt1"/>
                </a:solidFill>
                <a:latin typeface="Commissioner"/>
                <a:ea typeface="Commissioner"/>
                <a:cs typeface="Commissioner"/>
                <a:sym typeface="Commissioner"/>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4157711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title"/>
          </p:nvPr>
        </p:nvSpPr>
        <p:spPr>
          <a:xfrm>
            <a:off x="3134900" y="3226117"/>
            <a:ext cx="5922000" cy="1122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333" b="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5" name="Google Shape;15;p3"/>
          <p:cNvSpPr txBox="1">
            <a:spLocks noGrp="1"/>
          </p:cNvSpPr>
          <p:nvPr>
            <p:ph type="title" idx="2" hasCustomPrompt="1"/>
          </p:nvPr>
        </p:nvSpPr>
        <p:spPr>
          <a:xfrm>
            <a:off x="5213100" y="1910684"/>
            <a:ext cx="1765600" cy="1417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8000" b="1"/>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 name="Google Shape;16;p3"/>
          <p:cNvSpPr txBox="1">
            <a:spLocks noGrp="1"/>
          </p:cNvSpPr>
          <p:nvPr>
            <p:ph type="subTitle" idx="1"/>
          </p:nvPr>
        </p:nvSpPr>
        <p:spPr>
          <a:xfrm>
            <a:off x="3134900" y="4147984"/>
            <a:ext cx="5922000" cy="55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2133"/>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777003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9" name="Google Shape;19;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0" name="Google Shape;20;p4"/>
          <p:cNvSpPr txBox="1">
            <a:spLocks noGrp="1"/>
          </p:cNvSpPr>
          <p:nvPr>
            <p:ph type="body" idx="1"/>
          </p:nvPr>
        </p:nvSpPr>
        <p:spPr>
          <a:xfrm>
            <a:off x="960000" y="1677500"/>
            <a:ext cx="10272000" cy="43108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Clr>
                <a:srgbClr val="FFC800"/>
              </a:buClr>
              <a:buSzPts val="1200"/>
              <a:buFont typeface="Nunito Light"/>
              <a:buChar char="■"/>
              <a:defRPr/>
            </a:lvl3pPr>
            <a:lvl4pPr marL="2438339" lvl="3" indent="-406390" rtl="0">
              <a:lnSpc>
                <a:spcPct val="115000"/>
              </a:lnSpc>
              <a:spcBef>
                <a:spcPts val="0"/>
              </a:spcBef>
              <a:spcAft>
                <a:spcPts val="0"/>
              </a:spcAft>
              <a:buClr>
                <a:srgbClr val="FFC800"/>
              </a:buClr>
              <a:buSzPts val="1200"/>
              <a:buFont typeface="Nunito Light"/>
              <a:buChar char="●"/>
              <a:defRPr/>
            </a:lvl4pPr>
            <a:lvl5pPr marL="3047924" lvl="4" indent="-406390" rtl="0">
              <a:lnSpc>
                <a:spcPct val="115000"/>
              </a:lnSpc>
              <a:spcBef>
                <a:spcPts val="0"/>
              </a:spcBef>
              <a:spcAft>
                <a:spcPts val="0"/>
              </a:spcAft>
              <a:buClr>
                <a:srgbClr val="434343"/>
              </a:buClr>
              <a:buSzPts val="1200"/>
              <a:buFont typeface="Nunito Light"/>
              <a:buChar char="○"/>
              <a:defRPr/>
            </a:lvl5pPr>
            <a:lvl6pPr marL="3657509" lvl="5" indent="-406390" rtl="0">
              <a:lnSpc>
                <a:spcPct val="115000"/>
              </a:lnSpc>
              <a:spcBef>
                <a:spcPts val="0"/>
              </a:spcBef>
              <a:spcAft>
                <a:spcPts val="0"/>
              </a:spcAft>
              <a:buClr>
                <a:srgbClr val="434343"/>
              </a:buClr>
              <a:buSzPts val="1200"/>
              <a:buFont typeface="Nunito Light"/>
              <a:buChar char="■"/>
              <a:defRPr/>
            </a:lvl6pPr>
            <a:lvl7pPr marL="4267093" lvl="6" indent="-406390" rtl="0">
              <a:lnSpc>
                <a:spcPct val="115000"/>
              </a:lnSpc>
              <a:spcBef>
                <a:spcPts val="0"/>
              </a:spcBef>
              <a:spcAft>
                <a:spcPts val="0"/>
              </a:spcAft>
              <a:buClr>
                <a:srgbClr val="434343"/>
              </a:buClr>
              <a:buSzPts val="1200"/>
              <a:buFont typeface="Nunito Light"/>
              <a:buChar char="●"/>
              <a:defRPr/>
            </a:lvl7pPr>
            <a:lvl8pPr marL="4876678" lvl="7" indent="-406390" rtl="0">
              <a:lnSpc>
                <a:spcPct val="115000"/>
              </a:lnSpc>
              <a:spcBef>
                <a:spcPts val="0"/>
              </a:spcBef>
              <a:spcAft>
                <a:spcPts val="0"/>
              </a:spcAft>
              <a:buClr>
                <a:srgbClr val="434343"/>
              </a:buClr>
              <a:buSzPts val="1200"/>
              <a:buFont typeface="Nunito Light"/>
              <a:buChar char="○"/>
              <a:defRPr/>
            </a:lvl8pPr>
            <a:lvl9pPr marL="5486263" lvl="8" indent="-406390" rtl="0">
              <a:lnSpc>
                <a:spcPct val="115000"/>
              </a:lnSpc>
              <a:spcBef>
                <a:spcPts val="0"/>
              </a:spcBef>
              <a:spcAft>
                <a:spcPts val="0"/>
              </a:spcAft>
              <a:buClr>
                <a:srgbClr val="434343"/>
              </a:buClr>
              <a:buSzPts val="1200"/>
              <a:buFont typeface="Nunito Light"/>
              <a:buChar char="■"/>
              <a:defRPr/>
            </a:lvl9pPr>
          </a:lstStyle>
          <a:p>
            <a:pPr lvl="0"/>
            <a:r>
              <a:rPr lang="en-US"/>
              <a:t>Click to edit Master text styles</a:t>
            </a:r>
          </a:p>
        </p:txBody>
      </p:sp>
      <p:grpSp>
        <p:nvGrpSpPr>
          <p:cNvPr id="21" name="Google Shape;21;p4"/>
          <p:cNvGrpSpPr/>
          <p:nvPr/>
        </p:nvGrpSpPr>
        <p:grpSpPr>
          <a:xfrm>
            <a:off x="-435279" y="5374656"/>
            <a:ext cx="5643100" cy="2396333"/>
            <a:chOff x="-326460" y="4030992"/>
            <a:chExt cx="4232325" cy="1797250"/>
          </a:xfrm>
        </p:grpSpPr>
        <p:pic>
          <p:nvPicPr>
            <p:cNvPr id="22" name="Google Shape;22;p4"/>
            <p:cNvPicPr preferRelativeResize="0"/>
            <p:nvPr/>
          </p:nvPicPr>
          <p:blipFill>
            <a:blip r:embed="rId3">
              <a:alphaModFix/>
            </a:blip>
            <a:stretch>
              <a:fillRect/>
            </a:stretch>
          </p:blipFill>
          <p:spPr>
            <a:xfrm rot="10800000" flipH="1">
              <a:off x="-326460" y="4030992"/>
              <a:ext cx="3336551" cy="1797250"/>
            </a:xfrm>
            <a:prstGeom prst="rect">
              <a:avLst/>
            </a:prstGeom>
            <a:noFill/>
            <a:ln>
              <a:noFill/>
            </a:ln>
          </p:spPr>
        </p:pic>
        <p:pic>
          <p:nvPicPr>
            <p:cNvPr id="23" name="Google Shape;23;p4"/>
            <p:cNvPicPr preferRelativeResize="0"/>
            <p:nvPr/>
          </p:nvPicPr>
          <p:blipFill>
            <a:blip r:embed="rId4">
              <a:alphaModFix/>
            </a:blip>
            <a:stretch>
              <a:fillRect/>
            </a:stretch>
          </p:blipFill>
          <p:spPr>
            <a:xfrm rot="10800000" flipH="1">
              <a:off x="-326460"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24" name="Google Shape;24;p4"/>
          <p:cNvGrpSpPr/>
          <p:nvPr/>
        </p:nvGrpSpPr>
        <p:grpSpPr>
          <a:xfrm>
            <a:off x="6511249" y="-1135289"/>
            <a:ext cx="6025668" cy="2500669"/>
            <a:chOff x="4883436" y="-851467"/>
            <a:chExt cx="4519251" cy="1875502"/>
          </a:xfrm>
        </p:grpSpPr>
        <p:pic>
          <p:nvPicPr>
            <p:cNvPr id="25" name="Google Shape;25;p4"/>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6" name="Google Shape;26;p4"/>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10800000" algn="bl" rotWithShape="0">
                <a:schemeClr val="lt1">
                  <a:alpha val="25000"/>
                </a:schemeClr>
              </a:outerShdw>
            </a:effectLst>
          </p:spPr>
        </p:pic>
      </p:grpSp>
    </p:spTree>
    <p:extLst>
      <p:ext uri="{BB962C8B-B14F-4D97-AF65-F5344CB8AC3E}">
        <p14:creationId xmlns:p14="http://schemas.microsoft.com/office/powerpoint/2010/main" val="2399181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7"/>
        <p:cNvGrpSpPr/>
        <p:nvPr/>
      </p:nvGrpSpPr>
      <p:grpSpPr>
        <a:xfrm>
          <a:off x="0" y="0"/>
          <a:ext cx="0" cy="0"/>
          <a:chOff x="0" y="0"/>
          <a:chExt cx="0" cy="0"/>
        </a:xfrm>
      </p:grpSpPr>
      <p:pic>
        <p:nvPicPr>
          <p:cNvPr id="28" name="Google Shape;28;p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9" name="Google Shape;29;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0" name="Google Shape;30;p5"/>
          <p:cNvSpPr txBox="1">
            <a:spLocks noGrp="1"/>
          </p:cNvSpPr>
          <p:nvPr>
            <p:ph type="subTitle" idx="1"/>
          </p:nvPr>
        </p:nvSpPr>
        <p:spPr>
          <a:xfrm>
            <a:off x="6301200" y="2346071"/>
            <a:ext cx="4930800" cy="3648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sz="1867" b="0"/>
            </a:lvl1pPr>
            <a:lvl2pPr lvl="1" algn="ctr" rtl="0">
              <a:lnSpc>
                <a:spcPct val="115000"/>
              </a:lnSpc>
              <a:spcBef>
                <a:spcPts val="0"/>
              </a:spcBef>
              <a:spcAft>
                <a:spcPts val="0"/>
              </a:spcAft>
              <a:buSzPts val="2800"/>
              <a:buChar char="○"/>
              <a:defRPr sz="3733"/>
            </a:lvl2pPr>
            <a:lvl3pPr lvl="2" algn="ctr" rtl="0">
              <a:lnSpc>
                <a:spcPct val="115000"/>
              </a:lnSpc>
              <a:spcBef>
                <a:spcPts val="0"/>
              </a:spcBef>
              <a:spcAft>
                <a:spcPts val="0"/>
              </a:spcAft>
              <a:buSzPts val="2800"/>
              <a:buChar char="■"/>
              <a:defRPr sz="3733"/>
            </a:lvl3pPr>
            <a:lvl4pPr lvl="3" algn="ctr" rtl="0">
              <a:lnSpc>
                <a:spcPct val="115000"/>
              </a:lnSpc>
              <a:spcBef>
                <a:spcPts val="0"/>
              </a:spcBef>
              <a:spcAft>
                <a:spcPts val="0"/>
              </a:spcAft>
              <a:buSzPts val="2800"/>
              <a:buChar char="●"/>
              <a:defRPr sz="3733"/>
            </a:lvl4pPr>
            <a:lvl5pPr lvl="4" algn="ctr" rtl="0">
              <a:lnSpc>
                <a:spcPct val="115000"/>
              </a:lnSpc>
              <a:spcBef>
                <a:spcPts val="0"/>
              </a:spcBef>
              <a:spcAft>
                <a:spcPts val="0"/>
              </a:spcAft>
              <a:buSzPts val="2800"/>
              <a:buChar char="○"/>
              <a:defRPr sz="3733"/>
            </a:lvl5pPr>
            <a:lvl6pPr lvl="5" algn="ctr" rtl="0">
              <a:lnSpc>
                <a:spcPct val="115000"/>
              </a:lnSpc>
              <a:spcBef>
                <a:spcPts val="0"/>
              </a:spcBef>
              <a:spcAft>
                <a:spcPts val="0"/>
              </a:spcAft>
              <a:buSzPts val="2800"/>
              <a:buChar char="■"/>
              <a:defRPr sz="3733"/>
            </a:lvl6pPr>
            <a:lvl7pPr lvl="6" algn="ctr" rtl="0">
              <a:lnSpc>
                <a:spcPct val="115000"/>
              </a:lnSpc>
              <a:spcBef>
                <a:spcPts val="0"/>
              </a:spcBef>
              <a:spcAft>
                <a:spcPts val="0"/>
              </a:spcAft>
              <a:buSzPts val="2800"/>
              <a:buChar char="●"/>
              <a:defRPr sz="3733"/>
            </a:lvl7pPr>
            <a:lvl8pPr lvl="7" algn="ctr" rtl="0">
              <a:lnSpc>
                <a:spcPct val="115000"/>
              </a:lnSpc>
              <a:spcBef>
                <a:spcPts val="0"/>
              </a:spcBef>
              <a:spcAft>
                <a:spcPts val="0"/>
              </a:spcAft>
              <a:buSzPts val="2800"/>
              <a:buChar char="○"/>
              <a:defRPr sz="3733"/>
            </a:lvl8pPr>
            <a:lvl9pPr lvl="8" algn="ctr" rtl="0">
              <a:lnSpc>
                <a:spcPct val="115000"/>
              </a:lnSpc>
              <a:spcBef>
                <a:spcPts val="0"/>
              </a:spcBef>
              <a:spcAft>
                <a:spcPts val="0"/>
              </a:spcAft>
              <a:buSzPts val="2800"/>
              <a:buChar char="■"/>
              <a:defRPr sz="3733"/>
            </a:lvl9pPr>
          </a:lstStyle>
          <a:p>
            <a:r>
              <a:rPr lang="en-US"/>
              <a:t>Click to edit Master subtitle style</a:t>
            </a:r>
            <a:endParaRPr/>
          </a:p>
        </p:txBody>
      </p:sp>
      <p:sp>
        <p:nvSpPr>
          <p:cNvPr id="31" name="Google Shape;31;p5"/>
          <p:cNvSpPr txBox="1">
            <a:spLocks noGrp="1"/>
          </p:cNvSpPr>
          <p:nvPr>
            <p:ph type="subTitle" idx="2"/>
          </p:nvPr>
        </p:nvSpPr>
        <p:spPr>
          <a:xfrm>
            <a:off x="960000" y="2346071"/>
            <a:ext cx="4930800" cy="3648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sz="1867" b="0"/>
            </a:lvl1pPr>
            <a:lvl2pPr lvl="1" algn="ctr" rtl="0">
              <a:lnSpc>
                <a:spcPct val="115000"/>
              </a:lnSpc>
              <a:spcBef>
                <a:spcPts val="0"/>
              </a:spcBef>
              <a:spcAft>
                <a:spcPts val="0"/>
              </a:spcAft>
              <a:buSzPts val="1400"/>
              <a:buChar char="○"/>
              <a:defRPr sz="3733"/>
            </a:lvl2pPr>
            <a:lvl3pPr lvl="2" algn="ctr" rtl="0">
              <a:lnSpc>
                <a:spcPct val="115000"/>
              </a:lnSpc>
              <a:spcBef>
                <a:spcPts val="0"/>
              </a:spcBef>
              <a:spcAft>
                <a:spcPts val="0"/>
              </a:spcAft>
              <a:buSzPts val="1400"/>
              <a:buChar char="■"/>
              <a:defRPr sz="3733"/>
            </a:lvl3pPr>
            <a:lvl4pPr lvl="3" algn="ctr" rtl="0">
              <a:lnSpc>
                <a:spcPct val="115000"/>
              </a:lnSpc>
              <a:spcBef>
                <a:spcPts val="0"/>
              </a:spcBef>
              <a:spcAft>
                <a:spcPts val="0"/>
              </a:spcAft>
              <a:buSzPts val="1400"/>
              <a:buChar char="●"/>
              <a:defRPr sz="3733"/>
            </a:lvl4pPr>
            <a:lvl5pPr lvl="4" algn="ctr" rtl="0">
              <a:lnSpc>
                <a:spcPct val="115000"/>
              </a:lnSpc>
              <a:spcBef>
                <a:spcPts val="0"/>
              </a:spcBef>
              <a:spcAft>
                <a:spcPts val="0"/>
              </a:spcAft>
              <a:buSzPts val="1400"/>
              <a:buChar char="○"/>
              <a:defRPr sz="3733"/>
            </a:lvl5pPr>
            <a:lvl6pPr lvl="5" algn="ctr" rtl="0">
              <a:lnSpc>
                <a:spcPct val="115000"/>
              </a:lnSpc>
              <a:spcBef>
                <a:spcPts val="0"/>
              </a:spcBef>
              <a:spcAft>
                <a:spcPts val="0"/>
              </a:spcAft>
              <a:buSzPts val="1400"/>
              <a:buChar char="■"/>
              <a:defRPr sz="3733"/>
            </a:lvl6pPr>
            <a:lvl7pPr lvl="6" algn="ctr" rtl="0">
              <a:lnSpc>
                <a:spcPct val="115000"/>
              </a:lnSpc>
              <a:spcBef>
                <a:spcPts val="0"/>
              </a:spcBef>
              <a:spcAft>
                <a:spcPts val="0"/>
              </a:spcAft>
              <a:buSzPts val="1400"/>
              <a:buChar char="●"/>
              <a:defRPr sz="3733"/>
            </a:lvl7pPr>
            <a:lvl8pPr lvl="7" algn="ctr" rtl="0">
              <a:lnSpc>
                <a:spcPct val="115000"/>
              </a:lnSpc>
              <a:spcBef>
                <a:spcPts val="0"/>
              </a:spcBef>
              <a:spcAft>
                <a:spcPts val="0"/>
              </a:spcAft>
              <a:buSzPts val="1400"/>
              <a:buChar char="○"/>
              <a:defRPr sz="3733"/>
            </a:lvl8pPr>
            <a:lvl9pPr lvl="8" algn="ctr" rtl="0">
              <a:lnSpc>
                <a:spcPct val="115000"/>
              </a:lnSpc>
              <a:spcBef>
                <a:spcPts val="0"/>
              </a:spcBef>
              <a:spcAft>
                <a:spcPts val="0"/>
              </a:spcAft>
              <a:buSzPts val="1400"/>
              <a:buChar char="■"/>
              <a:defRPr sz="3733"/>
            </a:lvl9pPr>
          </a:lstStyle>
          <a:p>
            <a:r>
              <a:rPr lang="en-US"/>
              <a:t>Click to edit Master subtitle style</a:t>
            </a:r>
            <a:endParaRPr/>
          </a:p>
        </p:txBody>
      </p:sp>
      <p:sp>
        <p:nvSpPr>
          <p:cNvPr id="32" name="Google Shape;32;p5"/>
          <p:cNvSpPr txBox="1">
            <a:spLocks noGrp="1"/>
          </p:cNvSpPr>
          <p:nvPr>
            <p:ph type="subTitle" idx="3"/>
          </p:nvPr>
        </p:nvSpPr>
        <p:spPr>
          <a:xfrm>
            <a:off x="960000" y="1746233"/>
            <a:ext cx="4930800" cy="6000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a:r>
              <a:rPr lang="en-US"/>
              <a:t>Click to edit Master subtitle style</a:t>
            </a:r>
            <a:endParaRPr/>
          </a:p>
        </p:txBody>
      </p:sp>
      <p:sp>
        <p:nvSpPr>
          <p:cNvPr id="33" name="Google Shape;33;p5"/>
          <p:cNvSpPr txBox="1">
            <a:spLocks noGrp="1"/>
          </p:cNvSpPr>
          <p:nvPr>
            <p:ph type="subTitle" idx="4"/>
          </p:nvPr>
        </p:nvSpPr>
        <p:spPr>
          <a:xfrm>
            <a:off x="6301200" y="1746233"/>
            <a:ext cx="4930800" cy="6000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a:r>
              <a:rPr lang="en-US"/>
              <a:t>Click to edit Master subtitle style</a:t>
            </a:r>
            <a:endParaRPr/>
          </a:p>
        </p:txBody>
      </p:sp>
      <p:grpSp>
        <p:nvGrpSpPr>
          <p:cNvPr id="34" name="Google Shape;34;p5"/>
          <p:cNvGrpSpPr/>
          <p:nvPr/>
        </p:nvGrpSpPr>
        <p:grpSpPr>
          <a:xfrm>
            <a:off x="-21329" y="-1135289"/>
            <a:ext cx="12380429" cy="8973112"/>
            <a:chOff x="-15997" y="-851467"/>
            <a:chExt cx="9285322" cy="6729834"/>
          </a:xfrm>
        </p:grpSpPr>
        <p:grpSp>
          <p:nvGrpSpPr>
            <p:cNvPr id="35" name="Google Shape;35;p5"/>
            <p:cNvGrpSpPr/>
            <p:nvPr/>
          </p:nvGrpSpPr>
          <p:grpSpPr>
            <a:xfrm>
              <a:off x="4911675" y="4081117"/>
              <a:ext cx="4357650" cy="1797250"/>
              <a:chOff x="4911675" y="4081117"/>
              <a:chExt cx="4357650" cy="1797250"/>
            </a:xfrm>
          </p:grpSpPr>
          <p:pic>
            <p:nvPicPr>
              <p:cNvPr id="36" name="Google Shape;36;p5"/>
              <p:cNvPicPr preferRelativeResize="0"/>
              <p:nvPr/>
            </p:nvPicPr>
            <p:blipFill>
              <a:blip r:embed="rId3">
                <a:alphaModFix/>
              </a:blip>
              <a:stretch>
                <a:fillRect/>
              </a:stretch>
            </p:blipFill>
            <p:spPr>
              <a:xfrm rot="10800000">
                <a:off x="5932774" y="4081117"/>
                <a:ext cx="3336551" cy="1797250"/>
              </a:xfrm>
              <a:prstGeom prst="rect">
                <a:avLst/>
              </a:prstGeom>
              <a:noFill/>
              <a:ln>
                <a:noFill/>
              </a:ln>
            </p:spPr>
          </p:pic>
          <p:pic>
            <p:nvPicPr>
              <p:cNvPr id="37" name="Google Shape;37;p5"/>
              <p:cNvPicPr preferRelativeResize="0"/>
              <p:nvPr/>
            </p:nvPicPr>
            <p:blipFill>
              <a:blip r:embed="rId4">
                <a:alphaModFix/>
              </a:blip>
              <a:stretch>
                <a:fillRect/>
              </a:stretch>
            </p:blipFill>
            <p:spPr>
              <a:xfrm rot="10800000">
                <a:off x="4911675" y="4439742"/>
                <a:ext cx="4232325" cy="1338350"/>
              </a:xfrm>
              <a:prstGeom prst="rect">
                <a:avLst/>
              </a:prstGeom>
              <a:noFill/>
              <a:ln>
                <a:noFill/>
              </a:ln>
              <a:effectLst>
                <a:outerShdw blurRad="128588" dist="57150" dir="9480000" algn="bl" rotWithShape="0">
                  <a:schemeClr val="lt1">
                    <a:alpha val="25000"/>
                  </a:schemeClr>
                </a:outerShdw>
              </a:effectLst>
            </p:spPr>
          </p:pic>
        </p:grpSp>
        <p:grpSp>
          <p:nvGrpSpPr>
            <p:cNvPr id="38" name="Google Shape;38;p5"/>
            <p:cNvGrpSpPr/>
            <p:nvPr/>
          </p:nvGrpSpPr>
          <p:grpSpPr>
            <a:xfrm>
              <a:off x="-15997" y="-851467"/>
              <a:ext cx="4519251" cy="1875502"/>
              <a:chOff x="-15997" y="-851467"/>
              <a:chExt cx="4519251" cy="1875502"/>
            </a:xfrm>
          </p:grpSpPr>
          <p:pic>
            <p:nvPicPr>
              <p:cNvPr id="39" name="Google Shape;39;p5"/>
              <p:cNvPicPr preferRelativeResize="0"/>
              <p:nvPr/>
            </p:nvPicPr>
            <p:blipFill>
              <a:blip r:embed="rId3">
                <a:alphaModFix/>
              </a:blip>
              <a:stretch>
                <a:fillRect/>
              </a:stretch>
            </p:blipFill>
            <p:spPr>
              <a:xfrm>
                <a:off x="-15997" y="-773214"/>
                <a:ext cx="3336551" cy="1797250"/>
              </a:xfrm>
              <a:prstGeom prst="rect">
                <a:avLst/>
              </a:prstGeom>
              <a:noFill/>
              <a:ln>
                <a:noFill/>
              </a:ln>
            </p:spPr>
          </p:pic>
          <p:pic>
            <p:nvPicPr>
              <p:cNvPr id="40" name="Google Shape;40;p5"/>
              <p:cNvPicPr preferRelativeResize="0"/>
              <p:nvPr/>
            </p:nvPicPr>
            <p:blipFill>
              <a:blip r:embed="rId4">
                <a:alphaModFix/>
              </a:blip>
              <a:stretch>
                <a:fillRect/>
              </a:stretch>
            </p:blipFill>
            <p:spPr>
              <a:xfrm>
                <a:off x="-15997" y="-851467"/>
                <a:ext cx="4519251" cy="1429075"/>
              </a:xfrm>
              <a:prstGeom prst="rect">
                <a:avLst/>
              </a:prstGeom>
              <a:noFill/>
              <a:ln>
                <a:noFill/>
              </a:ln>
              <a:effectLst>
                <a:outerShdw blurRad="142875" dist="76200" dir="9300000" algn="bl" rotWithShape="0">
                  <a:schemeClr val="lt1">
                    <a:alpha val="25000"/>
                  </a:schemeClr>
                </a:outerShdw>
              </a:effectLst>
            </p:spPr>
          </p:pic>
        </p:grpSp>
      </p:grpSp>
    </p:spTree>
    <p:extLst>
      <p:ext uri="{BB962C8B-B14F-4D97-AF65-F5344CB8AC3E}">
        <p14:creationId xmlns:p14="http://schemas.microsoft.com/office/powerpoint/2010/main" val="363659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1"/>
        <p:cNvGrpSpPr/>
        <p:nvPr/>
      </p:nvGrpSpPr>
      <p:grpSpPr>
        <a:xfrm>
          <a:off x="0" y="0"/>
          <a:ext cx="0" cy="0"/>
          <a:chOff x="0" y="0"/>
          <a:chExt cx="0" cy="0"/>
        </a:xfrm>
      </p:grpSpPr>
      <p:pic>
        <p:nvPicPr>
          <p:cNvPr id="42" name="Google Shape;42;p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43" name="Google Shape;43;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pic>
        <p:nvPicPr>
          <p:cNvPr id="44" name="Google Shape;44;p6"/>
          <p:cNvPicPr preferRelativeResize="0"/>
          <p:nvPr/>
        </p:nvPicPr>
        <p:blipFill>
          <a:blip r:embed="rId3">
            <a:alphaModFix/>
          </a:blip>
          <a:stretch>
            <a:fillRect/>
          </a:stretch>
        </p:blipFill>
        <p:spPr>
          <a:xfrm rot="10800000">
            <a:off x="8088182" y="5374656"/>
            <a:ext cx="4448735" cy="2396333"/>
          </a:xfrm>
          <a:prstGeom prst="rect">
            <a:avLst/>
          </a:prstGeom>
          <a:noFill/>
          <a:ln>
            <a:noFill/>
          </a:ln>
        </p:spPr>
      </p:pic>
      <p:pic>
        <p:nvPicPr>
          <p:cNvPr id="45" name="Google Shape;45;p6"/>
          <p:cNvPicPr preferRelativeResize="0"/>
          <p:nvPr/>
        </p:nvPicPr>
        <p:blipFill>
          <a:blip r:embed="rId4">
            <a:alphaModFix/>
          </a:blip>
          <a:stretch>
            <a:fillRect/>
          </a:stretch>
        </p:blipFill>
        <p:spPr>
          <a:xfrm rot="10800000">
            <a:off x="6893818" y="5919656"/>
            <a:ext cx="5643100" cy="1784467"/>
          </a:xfrm>
          <a:prstGeom prst="rect">
            <a:avLst/>
          </a:prstGeom>
          <a:noFill/>
          <a:ln>
            <a:noFill/>
          </a:ln>
          <a:effectLst>
            <a:outerShdw blurRad="128588" dist="57150" dir="9900000" algn="bl" rotWithShape="0">
              <a:schemeClr val="lt1">
                <a:alpha val="25000"/>
              </a:schemeClr>
            </a:outerShdw>
          </a:effectLst>
        </p:spPr>
      </p:pic>
      <p:pic>
        <p:nvPicPr>
          <p:cNvPr id="46" name="Google Shape;46;p6"/>
          <p:cNvPicPr preferRelativeResize="0"/>
          <p:nvPr/>
        </p:nvPicPr>
        <p:blipFill>
          <a:blip r:embed="rId3">
            <a:alphaModFix/>
          </a:blip>
          <a:stretch>
            <a:fillRect/>
          </a:stretch>
        </p:blipFill>
        <p:spPr>
          <a:xfrm>
            <a:off x="-211146" y="-1030952"/>
            <a:ext cx="4448735" cy="2396333"/>
          </a:xfrm>
          <a:prstGeom prst="rect">
            <a:avLst/>
          </a:prstGeom>
          <a:noFill/>
          <a:ln>
            <a:noFill/>
          </a:ln>
        </p:spPr>
      </p:pic>
      <p:pic>
        <p:nvPicPr>
          <p:cNvPr id="47" name="Google Shape;47;p6"/>
          <p:cNvPicPr preferRelativeResize="0"/>
          <p:nvPr/>
        </p:nvPicPr>
        <p:blipFill>
          <a:blip r:embed="rId4">
            <a:alphaModFix/>
          </a:blip>
          <a:stretch>
            <a:fillRect/>
          </a:stretch>
        </p:blipFill>
        <p:spPr>
          <a:xfrm>
            <a:off x="-211146" y="-1135289"/>
            <a:ext cx="6025668" cy="1905433"/>
          </a:xfrm>
          <a:prstGeom prst="rect">
            <a:avLst/>
          </a:prstGeom>
          <a:noFill/>
          <a:ln>
            <a:noFill/>
          </a:ln>
          <a:effectLst>
            <a:outerShdw blurRad="142875" dist="76200" dir="10020000" algn="bl" rotWithShape="0">
              <a:schemeClr val="lt1">
                <a:alpha val="25000"/>
              </a:schemeClr>
            </a:outerShdw>
          </a:effectLst>
        </p:spPr>
      </p:pic>
    </p:spTree>
    <p:extLst>
      <p:ext uri="{BB962C8B-B14F-4D97-AF65-F5344CB8AC3E}">
        <p14:creationId xmlns:p14="http://schemas.microsoft.com/office/powerpoint/2010/main" val="812063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8"/>
        <p:cNvGrpSpPr/>
        <p:nvPr/>
      </p:nvGrpSpPr>
      <p:grpSpPr>
        <a:xfrm>
          <a:off x="0" y="0"/>
          <a:ext cx="0" cy="0"/>
          <a:chOff x="0" y="0"/>
          <a:chExt cx="0" cy="0"/>
        </a:xfrm>
      </p:grpSpPr>
      <p:grpSp>
        <p:nvGrpSpPr>
          <p:cNvPr id="49" name="Google Shape;49;p7"/>
          <p:cNvGrpSpPr/>
          <p:nvPr/>
        </p:nvGrpSpPr>
        <p:grpSpPr>
          <a:xfrm>
            <a:off x="-211146" y="-1135289"/>
            <a:ext cx="12748063" cy="8906279"/>
            <a:chOff x="-158360" y="-851467"/>
            <a:chExt cx="9561047" cy="6679709"/>
          </a:xfrm>
        </p:grpSpPr>
        <p:grpSp>
          <p:nvGrpSpPr>
            <p:cNvPr id="50" name="Google Shape;50;p7"/>
            <p:cNvGrpSpPr/>
            <p:nvPr/>
          </p:nvGrpSpPr>
          <p:grpSpPr>
            <a:xfrm>
              <a:off x="-158360" y="4030992"/>
              <a:ext cx="4232325" cy="1797250"/>
              <a:chOff x="-158360" y="4030992"/>
              <a:chExt cx="4232325" cy="1797250"/>
            </a:xfrm>
          </p:grpSpPr>
          <p:pic>
            <p:nvPicPr>
              <p:cNvPr id="51" name="Google Shape;51;p7"/>
              <p:cNvPicPr preferRelativeResize="0"/>
              <p:nvPr/>
            </p:nvPicPr>
            <p:blipFill>
              <a:blip r:embed="rId2">
                <a:alphaModFix/>
              </a:blip>
              <a:stretch>
                <a:fillRect/>
              </a:stretch>
            </p:blipFill>
            <p:spPr>
              <a:xfrm rot="10800000" flipH="1">
                <a:off x="-158360" y="4030992"/>
                <a:ext cx="3336551" cy="1797250"/>
              </a:xfrm>
              <a:prstGeom prst="rect">
                <a:avLst/>
              </a:prstGeom>
              <a:noFill/>
              <a:ln>
                <a:noFill/>
              </a:ln>
            </p:spPr>
          </p:pic>
          <p:pic>
            <p:nvPicPr>
              <p:cNvPr id="52" name="Google Shape;52;p7"/>
              <p:cNvPicPr preferRelativeResize="0"/>
              <p:nvPr/>
            </p:nvPicPr>
            <p:blipFill>
              <a:blip r:embed="rId3">
                <a:alphaModFix/>
              </a:blip>
              <a:stretch>
                <a:fillRect/>
              </a:stretch>
            </p:blipFill>
            <p:spPr>
              <a:xfrm rot="10800000" flipH="1">
                <a:off x="-158360" y="4439742"/>
                <a:ext cx="4232325" cy="1338350"/>
              </a:xfrm>
              <a:prstGeom prst="rect">
                <a:avLst/>
              </a:prstGeom>
              <a:noFill/>
              <a:ln>
                <a:noFill/>
              </a:ln>
              <a:effectLst>
                <a:outerShdw blurRad="128588" dist="57150" dir="11220000" algn="bl" rotWithShape="0">
                  <a:schemeClr val="lt1">
                    <a:alpha val="25000"/>
                  </a:schemeClr>
                </a:outerShdw>
              </a:effectLst>
            </p:spPr>
          </p:pic>
        </p:grpSp>
        <p:grpSp>
          <p:nvGrpSpPr>
            <p:cNvPr id="53" name="Google Shape;53;p7"/>
            <p:cNvGrpSpPr/>
            <p:nvPr/>
          </p:nvGrpSpPr>
          <p:grpSpPr>
            <a:xfrm>
              <a:off x="4883436" y="-851467"/>
              <a:ext cx="4519251" cy="1875502"/>
              <a:chOff x="4883436" y="-851467"/>
              <a:chExt cx="4519251" cy="1875502"/>
            </a:xfrm>
          </p:grpSpPr>
          <p:pic>
            <p:nvPicPr>
              <p:cNvPr id="54" name="Google Shape;54;p7"/>
              <p:cNvPicPr preferRelativeResize="0"/>
              <p:nvPr/>
            </p:nvPicPr>
            <p:blipFill>
              <a:blip r:embed="rId2">
                <a:alphaModFix/>
              </a:blip>
              <a:stretch>
                <a:fillRect/>
              </a:stretch>
            </p:blipFill>
            <p:spPr>
              <a:xfrm flipH="1">
                <a:off x="6066136" y="-773214"/>
                <a:ext cx="3336551" cy="1797250"/>
              </a:xfrm>
              <a:prstGeom prst="rect">
                <a:avLst/>
              </a:prstGeom>
              <a:noFill/>
              <a:ln>
                <a:noFill/>
              </a:ln>
            </p:spPr>
          </p:pic>
          <p:pic>
            <p:nvPicPr>
              <p:cNvPr id="55" name="Google Shape;55;p7"/>
              <p:cNvPicPr preferRelativeResize="0"/>
              <p:nvPr/>
            </p:nvPicPr>
            <p:blipFill>
              <a:blip r:embed="rId3">
                <a:alphaModFix/>
              </a:blip>
              <a:stretch>
                <a:fillRect/>
              </a:stretch>
            </p:blipFill>
            <p:spPr>
              <a:xfrm flipH="1">
                <a:off x="4883436" y="-851467"/>
                <a:ext cx="4519251" cy="1429075"/>
              </a:xfrm>
              <a:prstGeom prst="rect">
                <a:avLst/>
              </a:prstGeom>
              <a:noFill/>
              <a:ln>
                <a:noFill/>
              </a:ln>
              <a:effectLst>
                <a:outerShdw blurRad="142875" dist="76200" dir="10800000" algn="bl" rotWithShape="0">
                  <a:schemeClr val="lt1">
                    <a:alpha val="25000"/>
                  </a:schemeClr>
                </a:outerShdw>
              </a:effectLst>
            </p:spPr>
          </p:pic>
        </p:grpSp>
      </p:grpSp>
      <p:pic>
        <p:nvPicPr>
          <p:cNvPr id="56" name="Google Shape;56;p7"/>
          <p:cNvPicPr preferRelativeResize="0"/>
          <p:nvPr/>
        </p:nvPicPr>
        <p:blipFill>
          <a:blip r:embed="rId4">
            <a:alphaModFix/>
          </a:blip>
          <a:stretch>
            <a:fillRect/>
          </a:stretch>
        </p:blipFill>
        <p:spPr>
          <a:xfrm>
            <a:off x="0" y="0"/>
            <a:ext cx="12192000" cy="6858000"/>
          </a:xfrm>
          <a:prstGeom prst="rect">
            <a:avLst/>
          </a:prstGeom>
          <a:noFill/>
          <a:ln>
            <a:noFill/>
          </a:ln>
        </p:spPr>
      </p:pic>
      <p:sp>
        <p:nvSpPr>
          <p:cNvPr id="57" name="Google Shape;57;p7"/>
          <p:cNvSpPr txBox="1">
            <a:spLocks noGrp="1"/>
          </p:cNvSpPr>
          <p:nvPr>
            <p:ph type="subTitle" idx="1"/>
          </p:nvPr>
        </p:nvSpPr>
        <p:spPr>
          <a:xfrm>
            <a:off x="2414000" y="1712767"/>
            <a:ext cx="7364000" cy="3885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Nunito Light"/>
              <a:buChar char="●"/>
              <a:defRPr sz="2133"/>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
        <p:nvSpPr>
          <p:cNvPr id="58" name="Google Shape;58;p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819274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9"/>
        <p:cNvGrpSpPr/>
        <p:nvPr/>
      </p:nvGrpSpPr>
      <p:grpSpPr>
        <a:xfrm>
          <a:off x="0" y="0"/>
          <a:ext cx="0" cy="0"/>
          <a:chOff x="0" y="0"/>
          <a:chExt cx="0" cy="0"/>
        </a:xfrm>
      </p:grpSpPr>
      <p:pic>
        <p:nvPicPr>
          <p:cNvPr id="60" name="Google Shape;60;p8"/>
          <p:cNvPicPr preferRelativeResize="0"/>
          <p:nvPr/>
        </p:nvPicPr>
        <p:blipFill>
          <a:blip r:embed="rId2">
            <a:alphaModFix/>
          </a:blip>
          <a:stretch>
            <a:fillRect/>
          </a:stretch>
        </p:blipFill>
        <p:spPr>
          <a:xfrm>
            <a:off x="0" y="0"/>
            <a:ext cx="12192000" cy="6858000"/>
          </a:xfrm>
          <a:prstGeom prst="rect">
            <a:avLst/>
          </a:prstGeom>
          <a:noFill/>
          <a:ln>
            <a:noFill/>
          </a:ln>
        </p:spPr>
      </p:pic>
      <p:sp>
        <p:nvSpPr>
          <p:cNvPr id="61" name="Google Shape;61;p8"/>
          <p:cNvSpPr txBox="1">
            <a:spLocks noGrp="1"/>
          </p:cNvSpPr>
          <p:nvPr>
            <p:ph type="title"/>
          </p:nvPr>
        </p:nvSpPr>
        <p:spPr>
          <a:xfrm>
            <a:off x="3342533" y="2072100"/>
            <a:ext cx="5506800" cy="2714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4286056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blip>
          <a:stretch>
            <a:fillRect/>
          </a:stretch>
        </p:blipFill>
        <p:spPr>
          <a:xfrm>
            <a:off x="0" y="0"/>
            <a:ext cx="12192000" cy="6858000"/>
          </a:xfrm>
          <a:prstGeom prst="rect">
            <a:avLst/>
          </a:prstGeom>
          <a:noFill/>
          <a:ln>
            <a:noFill/>
          </a:ln>
        </p:spPr>
      </p:pic>
      <p:sp>
        <p:nvSpPr>
          <p:cNvPr id="64" name="Google Shape;64;p9"/>
          <p:cNvSpPr txBox="1">
            <a:spLocks noGrp="1"/>
          </p:cNvSpPr>
          <p:nvPr>
            <p:ph type="title"/>
          </p:nvPr>
        </p:nvSpPr>
        <p:spPr>
          <a:xfrm>
            <a:off x="960000" y="1884700"/>
            <a:ext cx="5726400" cy="279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65" name="Google Shape;65;p9"/>
          <p:cNvSpPr txBox="1">
            <a:spLocks noGrp="1"/>
          </p:cNvSpPr>
          <p:nvPr>
            <p:ph type="subTitle" idx="1"/>
          </p:nvPr>
        </p:nvSpPr>
        <p:spPr>
          <a:xfrm>
            <a:off x="960000" y="4678400"/>
            <a:ext cx="5726400" cy="13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892594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6"/>
        <p:cNvGrpSpPr/>
        <p:nvPr/>
      </p:nvGrpSpPr>
      <p:grpSpPr>
        <a:xfrm>
          <a:off x="0" y="0"/>
          <a:ext cx="0" cy="0"/>
          <a:chOff x="0" y="0"/>
          <a:chExt cx="0" cy="0"/>
        </a:xfrm>
      </p:grpSpPr>
      <p:sp>
        <p:nvSpPr>
          <p:cNvPr id="67" name="Google Shape;67;p10"/>
          <p:cNvSpPr>
            <a:spLocks noGrp="1"/>
          </p:cNvSpPr>
          <p:nvPr>
            <p:ph type="pic" idx="2"/>
          </p:nvPr>
        </p:nvSpPr>
        <p:spPr>
          <a:xfrm>
            <a:off x="0" y="0"/>
            <a:ext cx="12192000" cy="6858000"/>
          </a:xfrm>
          <a:prstGeom prst="rect">
            <a:avLst/>
          </a:prstGeom>
          <a:noFill/>
          <a:ln>
            <a:noFill/>
          </a:ln>
        </p:spPr>
      </p:sp>
      <p:sp>
        <p:nvSpPr>
          <p:cNvPr id="68" name="Google Shape;68;p10"/>
          <p:cNvSpPr txBox="1">
            <a:spLocks noGrp="1"/>
          </p:cNvSpPr>
          <p:nvPr>
            <p:ph type="title"/>
          </p:nvPr>
        </p:nvSpPr>
        <p:spPr>
          <a:xfrm>
            <a:off x="960000" y="905767"/>
            <a:ext cx="10281200" cy="881200"/>
          </a:xfrm>
          <a:prstGeom prst="rect">
            <a:avLst/>
          </a:prstGeom>
          <a:solidFill>
            <a:schemeClr val="dk2"/>
          </a:solidFill>
        </p:spPr>
        <p:txBody>
          <a:bodyPr spcFirstLastPara="1" wrap="square" lIns="91425" tIns="91425" rIns="91425" bIns="91425" anchor="t" anchorCtr="0">
            <a:noAutofit/>
          </a:bodyPr>
          <a:lstStyle>
            <a:lvl1pPr lvl="0" algn="ctr" rtl="0">
              <a:lnSpc>
                <a:spcPct val="115000"/>
              </a:lnSpc>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917154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9"/>
        <p:cNvGrpSpPr/>
        <p:nvPr/>
      </p:nvGrpSpPr>
      <p:grpSpPr>
        <a:xfrm>
          <a:off x="0" y="0"/>
          <a:ext cx="0" cy="0"/>
          <a:chOff x="0" y="0"/>
          <a:chExt cx="0" cy="0"/>
        </a:xfrm>
      </p:grpSpPr>
      <p:pic>
        <p:nvPicPr>
          <p:cNvPr id="70" name="Google Shape;70;p11"/>
          <p:cNvPicPr preferRelativeResize="0"/>
          <p:nvPr/>
        </p:nvPicPr>
        <p:blipFill>
          <a:blip r:embed="rId2">
            <a:alphaModFix/>
          </a:blip>
          <a:stretch>
            <a:fillRect/>
          </a:stretch>
        </p:blipFill>
        <p:spPr>
          <a:xfrm>
            <a:off x="0" y="0"/>
            <a:ext cx="12192000" cy="6858000"/>
          </a:xfrm>
          <a:prstGeom prst="rect">
            <a:avLst/>
          </a:prstGeom>
          <a:noFill/>
          <a:ln>
            <a:noFill/>
          </a:ln>
        </p:spPr>
      </p:pic>
      <p:sp>
        <p:nvSpPr>
          <p:cNvPr id="71" name="Google Shape;71;p11"/>
          <p:cNvSpPr txBox="1">
            <a:spLocks noGrp="1"/>
          </p:cNvSpPr>
          <p:nvPr>
            <p:ph type="title" hasCustomPrompt="1"/>
          </p:nvPr>
        </p:nvSpPr>
        <p:spPr>
          <a:xfrm>
            <a:off x="1712000" y="2441951"/>
            <a:ext cx="8768000" cy="13864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2" name="Google Shape;72;p11"/>
          <p:cNvSpPr txBox="1">
            <a:spLocks noGrp="1"/>
          </p:cNvSpPr>
          <p:nvPr>
            <p:ph type="subTitle" idx="1"/>
          </p:nvPr>
        </p:nvSpPr>
        <p:spPr>
          <a:xfrm>
            <a:off x="1712000" y="3753251"/>
            <a:ext cx="8768000" cy="66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110704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3"/>
        <p:cNvGrpSpPr/>
        <p:nvPr/>
      </p:nvGrpSpPr>
      <p:grpSpPr>
        <a:xfrm>
          <a:off x="0" y="0"/>
          <a:ext cx="0" cy="0"/>
          <a:chOff x="0" y="0"/>
          <a:chExt cx="0" cy="0"/>
        </a:xfrm>
      </p:grpSpPr>
    </p:spTree>
    <p:extLst>
      <p:ext uri="{BB962C8B-B14F-4D97-AF65-F5344CB8AC3E}">
        <p14:creationId xmlns:p14="http://schemas.microsoft.com/office/powerpoint/2010/main" val="1082657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4"/>
        <p:cNvGrpSpPr/>
        <p:nvPr/>
      </p:nvGrpSpPr>
      <p:grpSpPr>
        <a:xfrm>
          <a:off x="0" y="0"/>
          <a:ext cx="0" cy="0"/>
          <a:chOff x="0" y="0"/>
          <a:chExt cx="0" cy="0"/>
        </a:xfrm>
      </p:grpSpPr>
      <p:pic>
        <p:nvPicPr>
          <p:cNvPr id="75" name="Google Shape;75;p1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76" name="Google Shape;76;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77" name="Google Shape;77;p13"/>
          <p:cNvSpPr txBox="1">
            <a:spLocks noGrp="1"/>
          </p:cNvSpPr>
          <p:nvPr>
            <p:ph type="subTitle" idx="1"/>
          </p:nvPr>
        </p:nvSpPr>
        <p:spPr>
          <a:xfrm>
            <a:off x="950967" y="2732100"/>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78" name="Google Shape;78;p13"/>
          <p:cNvSpPr txBox="1">
            <a:spLocks noGrp="1"/>
          </p:cNvSpPr>
          <p:nvPr>
            <p:ph type="subTitle" idx="2"/>
          </p:nvPr>
        </p:nvSpPr>
        <p:spPr>
          <a:xfrm>
            <a:off x="950967" y="4921235"/>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79" name="Google Shape;79;p13"/>
          <p:cNvSpPr txBox="1">
            <a:spLocks noGrp="1"/>
          </p:cNvSpPr>
          <p:nvPr>
            <p:ph type="subTitle" idx="3"/>
          </p:nvPr>
        </p:nvSpPr>
        <p:spPr>
          <a:xfrm>
            <a:off x="4499400" y="4921235"/>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80" name="Google Shape;80;p13"/>
          <p:cNvSpPr txBox="1">
            <a:spLocks noGrp="1"/>
          </p:cNvSpPr>
          <p:nvPr>
            <p:ph type="subTitle" idx="4"/>
          </p:nvPr>
        </p:nvSpPr>
        <p:spPr>
          <a:xfrm>
            <a:off x="4499400" y="2732100"/>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81" name="Google Shape;81;p13"/>
          <p:cNvSpPr txBox="1">
            <a:spLocks noGrp="1"/>
          </p:cNvSpPr>
          <p:nvPr>
            <p:ph type="title" idx="5" hasCustomPrompt="1"/>
          </p:nvPr>
        </p:nvSpPr>
        <p:spPr>
          <a:xfrm>
            <a:off x="1946767" y="1595633"/>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2" name="Google Shape;82;p13"/>
          <p:cNvSpPr txBox="1">
            <a:spLocks noGrp="1"/>
          </p:cNvSpPr>
          <p:nvPr>
            <p:ph type="title" idx="6" hasCustomPrompt="1"/>
          </p:nvPr>
        </p:nvSpPr>
        <p:spPr>
          <a:xfrm>
            <a:off x="5495200" y="37849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3" name="Google Shape;83;p13"/>
          <p:cNvSpPr txBox="1">
            <a:spLocks noGrp="1"/>
          </p:cNvSpPr>
          <p:nvPr>
            <p:ph type="title" idx="7" hasCustomPrompt="1"/>
          </p:nvPr>
        </p:nvSpPr>
        <p:spPr>
          <a:xfrm>
            <a:off x="1946767" y="37849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4" name="Google Shape;84;p13"/>
          <p:cNvSpPr txBox="1">
            <a:spLocks noGrp="1"/>
          </p:cNvSpPr>
          <p:nvPr>
            <p:ph type="title" idx="8" hasCustomPrompt="1"/>
          </p:nvPr>
        </p:nvSpPr>
        <p:spPr>
          <a:xfrm>
            <a:off x="5495200" y="1595633"/>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5" name="Google Shape;85;p13"/>
          <p:cNvSpPr txBox="1">
            <a:spLocks noGrp="1"/>
          </p:cNvSpPr>
          <p:nvPr>
            <p:ph type="subTitle" idx="9"/>
          </p:nvPr>
        </p:nvSpPr>
        <p:spPr>
          <a:xfrm>
            <a:off x="8047833" y="4921235"/>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86" name="Google Shape;86;p13"/>
          <p:cNvSpPr txBox="1">
            <a:spLocks noGrp="1"/>
          </p:cNvSpPr>
          <p:nvPr>
            <p:ph type="subTitle" idx="13"/>
          </p:nvPr>
        </p:nvSpPr>
        <p:spPr>
          <a:xfrm>
            <a:off x="8047833" y="2732100"/>
            <a:ext cx="3193200" cy="822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atin typeface="Commissioner"/>
                <a:ea typeface="Commissioner"/>
                <a:cs typeface="Commissioner"/>
                <a:sym typeface="Commissioner"/>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87" name="Google Shape;87;p13"/>
          <p:cNvSpPr txBox="1">
            <a:spLocks noGrp="1"/>
          </p:cNvSpPr>
          <p:nvPr>
            <p:ph type="title" idx="14" hasCustomPrompt="1"/>
          </p:nvPr>
        </p:nvSpPr>
        <p:spPr>
          <a:xfrm>
            <a:off x="9043633" y="3784967"/>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8" name="Google Shape;88;p13"/>
          <p:cNvSpPr txBox="1">
            <a:spLocks noGrp="1"/>
          </p:cNvSpPr>
          <p:nvPr>
            <p:ph type="title" idx="15" hasCustomPrompt="1"/>
          </p:nvPr>
        </p:nvSpPr>
        <p:spPr>
          <a:xfrm>
            <a:off x="9043633" y="1595633"/>
            <a:ext cx="1201600" cy="8224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b="1"/>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9" name="Google Shape;89;p13"/>
          <p:cNvSpPr txBox="1">
            <a:spLocks noGrp="1"/>
          </p:cNvSpPr>
          <p:nvPr>
            <p:ph type="subTitle" idx="16"/>
          </p:nvPr>
        </p:nvSpPr>
        <p:spPr>
          <a:xfrm>
            <a:off x="950967" y="2255333"/>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90" name="Google Shape;90;p13"/>
          <p:cNvSpPr txBox="1">
            <a:spLocks noGrp="1"/>
          </p:cNvSpPr>
          <p:nvPr>
            <p:ph type="subTitle" idx="17"/>
          </p:nvPr>
        </p:nvSpPr>
        <p:spPr>
          <a:xfrm>
            <a:off x="950967" y="4444497"/>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91" name="Google Shape;91;p13"/>
          <p:cNvSpPr txBox="1">
            <a:spLocks noGrp="1"/>
          </p:cNvSpPr>
          <p:nvPr>
            <p:ph type="subTitle" idx="18"/>
          </p:nvPr>
        </p:nvSpPr>
        <p:spPr>
          <a:xfrm>
            <a:off x="4499400" y="4444497"/>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92" name="Google Shape;92;p13"/>
          <p:cNvSpPr txBox="1">
            <a:spLocks noGrp="1"/>
          </p:cNvSpPr>
          <p:nvPr>
            <p:ph type="subTitle" idx="19"/>
          </p:nvPr>
        </p:nvSpPr>
        <p:spPr>
          <a:xfrm>
            <a:off x="4499400" y="2255333"/>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93" name="Google Shape;93;p13"/>
          <p:cNvSpPr txBox="1">
            <a:spLocks noGrp="1"/>
          </p:cNvSpPr>
          <p:nvPr>
            <p:ph type="subTitle" idx="20"/>
          </p:nvPr>
        </p:nvSpPr>
        <p:spPr>
          <a:xfrm>
            <a:off x="8047833" y="4444497"/>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94" name="Google Shape;94;p13"/>
          <p:cNvSpPr txBox="1">
            <a:spLocks noGrp="1"/>
          </p:cNvSpPr>
          <p:nvPr>
            <p:ph type="subTitle" idx="21"/>
          </p:nvPr>
        </p:nvSpPr>
        <p:spPr>
          <a:xfrm>
            <a:off x="8047833" y="2255333"/>
            <a:ext cx="3193200" cy="673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grpSp>
        <p:nvGrpSpPr>
          <p:cNvPr id="95" name="Google Shape;95;p13"/>
          <p:cNvGrpSpPr/>
          <p:nvPr/>
        </p:nvGrpSpPr>
        <p:grpSpPr>
          <a:xfrm>
            <a:off x="-21329" y="-1135289"/>
            <a:ext cx="12517896" cy="8906279"/>
            <a:chOff x="-15997" y="-851467"/>
            <a:chExt cx="9388422" cy="6679709"/>
          </a:xfrm>
        </p:grpSpPr>
        <p:grpSp>
          <p:nvGrpSpPr>
            <p:cNvPr id="96" name="Google Shape;96;p13"/>
            <p:cNvGrpSpPr/>
            <p:nvPr/>
          </p:nvGrpSpPr>
          <p:grpSpPr>
            <a:xfrm>
              <a:off x="4911675" y="4030992"/>
              <a:ext cx="4460750" cy="1797250"/>
              <a:chOff x="4911675" y="4030992"/>
              <a:chExt cx="4460750" cy="1797250"/>
            </a:xfrm>
          </p:grpSpPr>
          <p:pic>
            <p:nvPicPr>
              <p:cNvPr id="97" name="Google Shape;97;p13"/>
              <p:cNvPicPr preferRelativeResize="0"/>
              <p:nvPr/>
            </p:nvPicPr>
            <p:blipFill>
              <a:blip r:embed="rId3">
                <a:alphaModFix/>
              </a:blip>
              <a:stretch>
                <a:fillRect/>
              </a:stretch>
            </p:blipFill>
            <p:spPr>
              <a:xfrm rot="10800000">
                <a:off x="6035874" y="4030992"/>
                <a:ext cx="3336551" cy="1797250"/>
              </a:xfrm>
              <a:prstGeom prst="rect">
                <a:avLst/>
              </a:prstGeom>
              <a:noFill/>
              <a:ln>
                <a:noFill/>
              </a:ln>
            </p:spPr>
          </p:pic>
          <p:pic>
            <p:nvPicPr>
              <p:cNvPr id="98" name="Google Shape;98;p13"/>
              <p:cNvPicPr preferRelativeResize="0"/>
              <p:nvPr/>
            </p:nvPicPr>
            <p:blipFill>
              <a:blip r:embed="rId4">
                <a:alphaModFix/>
              </a:blip>
              <a:stretch>
                <a:fillRect/>
              </a:stretch>
            </p:blipFill>
            <p:spPr>
              <a:xfrm rot="10800000">
                <a:off x="4911675"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99" name="Google Shape;99;p13"/>
            <p:cNvGrpSpPr/>
            <p:nvPr/>
          </p:nvGrpSpPr>
          <p:grpSpPr>
            <a:xfrm>
              <a:off x="-15997" y="-851467"/>
              <a:ext cx="4519251" cy="1875502"/>
              <a:chOff x="-15997" y="-851467"/>
              <a:chExt cx="4519251" cy="1875502"/>
            </a:xfrm>
          </p:grpSpPr>
          <p:pic>
            <p:nvPicPr>
              <p:cNvPr id="100" name="Google Shape;100;p13"/>
              <p:cNvPicPr preferRelativeResize="0"/>
              <p:nvPr/>
            </p:nvPicPr>
            <p:blipFill>
              <a:blip r:embed="rId3">
                <a:alphaModFix/>
              </a:blip>
              <a:stretch>
                <a:fillRect/>
              </a:stretch>
            </p:blipFill>
            <p:spPr>
              <a:xfrm>
                <a:off x="-15997" y="-773214"/>
                <a:ext cx="3336551" cy="1797250"/>
              </a:xfrm>
              <a:prstGeom prst="rect">
                <a:avLst/>
              </a:prstGeom>
              <a:noFill/>
              <a:ln>
                <a:noFill/>
              </a:ln>
            </p:spPr>
          </p:pic>
          <p:pic>
            <p:nvPicPr>
              <p:cNvPr id="101" name="Google Shape;101;p13"/>
              <p:cNvPicPr preferRelativeResize="0"/>
              <p:nvPr/>
            </p:nvPicPr>
            <p:blipFill>
              <a:blip r:embed="rId4">
                <a:alphaModFix/>
              </a:blip>
              <a:stretch>
                <a:fillRect/>
              </a:stretch>
            </p:blipFill>
            <p:spPr>
              <a:xfrm>
                <a:off x="-15997" y="-851467"/>
                <a:ext cx="4519251" cy="1429075"/>
              </a:xfrm>
              <a:prstGeom prst="rect">
                <a:avLst/>
              </a:prstGeom>
              <a:noFill/>
              <a:ln>
                <a:noFill/>
              </a:ln>
              <a:effectLst>
                <a:outerShdw blurRad="142875" dist="76200" dir="6360000" algn="bl" rotWithShape="0">
                  <a:schemeClr val="lt1">
                    <a:alpha val="25000"/>
                  </a:schemeClr>
                </a:outerShdw>
              </a:effectLst>
            </p:spPr>
          </p:pic>
        </p:grpSp>
      </p:grpSp>
    </p:spTree>
    <p:extLst>
      <p:ext uri="{BB962C8B-B14F-4D97-AF65-F5344CB8AC3E}">
        <p14:creationId xmlns:p14="http://schemas.microsoft.com/office/powerpoint/2010/main" val="24924886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02"/>
        <p:cNvGrpSpPr/>
        <p:nvPr/>
      </p:nvGrpSpPr>
      <p:grpSpPr>
        <a:xfrm>
          <a:off x="0" y="0"/>
          <a:ext cx="0" cy="0"/>
          <a:chOff x="0" y="0"/>
          <a:chExt cx="0" cy="0"/>
        </a:xfrm>
      </p:grpSpPr>
      <p:pic>
        <p:nvPicPr>
          <p:cNvPr id="103" name="Google Shape;103;p14"/>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04" name="Google Shape;104;p14"/>
          <p:cNvSpPr txBox="1">
            <a:spLocks noGrp="1"/>
          </p:cNvSpPr>
          <p:nvPr>
            <p:ph type="title"/>
          </p:nvPr>
        </p:nvSpPr>
        <p:spPr>
          <a:xfrm>
            <a:off x="1313433" y="4353932"/>
            <a:ext cx="9565200" cy="70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000"/>
              <a:buNone/>
              <a:defRPr sz="3733"/>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05" name="Google Shape;105;p14"/>
          <p:cNvSpPr txBox="1">
            <a:spLocks noGrp="1"/>
          </p:cNvSpPr>
          <p:nvPr>
            <p:ph type="subTitle" idx="1"/>
          </p:nvPr>
        </p:nvSpPr>
        <p:spPr>
          <a:xfrm>
            <a:off x="1313433" y="1943133"/>
            <a:ext cx="9565200" cy="241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grpSp>
        <p:nvGrpSpPr>
          <p:cNvPr id="106" name="Google Shape;106;p14"/>
          <p:cNvGrpSpPr/>
          <p:nvPr/>
        </p:nvGrpSpPr>
        <p:grpSpPr>
          <a:xfrm>
            <a:off x="-83566" y="5374656"/>
            <a:ext cx="5643100" cy="2396333"/>
            <a:chOff x="-62675" y="4030992"/>
            <a:chExt cx="4232325" cy="1797250"/>
          </a:xfrm>
        </p:grpSpPr>
        <p:pic>
          <p:nvPicPr>
            <p:cNvPr id="107" name="Google Shape;107;p14"/>
            <p:cNvPicPr preferRelativeResize="0"/>
            <p:nvPr/>
          </p:nvPicPr>
          <p:blipFill>
            <a:blip r:embed="rId3">
              <a:alphaModFix/>
            </a:blip>
            <a:stretch>
              <a:fillRect/>
            </a:stretch>
          </p:blipFill>
          <p:spPr>
            <a:xfrm rot="10800000" flipH="1">
              <a:off x="-62675" y="4030992"/>
              <a:ext cx="3336551" cy="1797250"/>
            </a:xfrm>
            <a:prstGeom prst="rect">
              <a:avLst/>
            </a:prstGeom>
            <a:noFill/>
            <a:ln>
              <a:noFill/>
            </a:ln>
          </p:spPr>
        </p:pic>
        <p:pic>
          <p:nvPicPr>
            <p:cNvPr id="108" name="Google Shape;108;p14"/>
            <p:cNvPicPr preferRelativeResize="0"/>
            <p:nvPr/>
          </p:nvPicPr>
          <p:blipFill>
            <a:blip r:embed="rId4">
              <a:alphaModFix/>
            </a:blip>
            <a:stretch>
              <a:fillRect/>
            </a:stretch>
          </p:blipFill>
          <p:spPr>
            <a:xfrm rot="10800000" flipH="1">
              <a:off x="-62675" y="4439742"/>
              <a:ext cx="4232325" cy="1338350"/>
            </a:xfrm>
            <a:prstGeom prst="rect">
              <a:avLst/>
            </a:prstGeom>
            <a:noFill/>
            <a:ln>
              <a:noFill/>
            </a:ln>
            <a:effectLst>
              <a:outerShdw blurRad="128588" dist="57150" dir="16020000" algn="bl" rotWithShape="0">
                <a:schemeClr val="lt1">
                  <a:alpha val="25000"/>
                </a:schemeClr>
              </a:outerShdw>
            </a:effectLst>
          </p:spPr>
        </p:pic>
      </p:grpSp>
    </p:spTree>
    <p:extLst>
      <p:ext uri="{BB962C8B-B14F-4D97-AF65-F5344CB8AC3E}">
        <p14:creationId xmlns:p14="http://schemas.microsoft.com/office/powerpoint/2010/main" val="1143060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09"/>
        <p:cNvGrpSpPr/>
        <p:nvPr/>
      </p:nvGrpSpPr>
      <p:grpSpPr>
        <a:xfrm>
          <a:off x="0" y="0"/>
          <a:ext cx="0" cy="0"/>
          <a:chOff x="0" y="0"/>
          <a:chExt cx="0" cy="0"/>
        </a:xfrm>
      </p:grpSpPr>
      <p:pic>
        <p:nvPicPr>
          <p:cNvPr id="110" name="Google Shape;110;p1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11" name="Google Shape;111;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b="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112" name="Google Shape;112;p15"/>
          <p:cNvGrpSpPr/>
          <p:nvPr/>
        </p:nvGrpSpPr>
        <p:grpSpPr>
          <a:xfrm>
            <a:off x="-211146" y="-1135289"/>
            <a:ext cx="12748063" cy="8906279"/>
            <a:chOff x="-158360" y="-851467"/>
            <a:chExt cx="9561047" cy="6679709"/>
          </a:xfrm>
        </p:grpSpPr>
        <p:grpSp>
          <p:nvGrpSpPr>
            <p:cNvPr id="113" name="Google Shape;113;p15"/>
            <p:cNvGrpSpPr/>
            <p:nvPr/>
          </p:nvGrpSpPr>
          <p:grpSpPr>
            <a:xfrm>
              <a:off x="-158360" y="4030992"/>
              <a:ext cx="4232325" cy="1797250"/>
              <a:chOff x="-158360" y="4030992"/>
              <a:chExt cx="4232325" cy="1797250"/>
            </a:xfrm>
          </p:grpSpPr>
          <p:pic>
            <p:nvPicPr>
              <p:cNvPr id="114" name="Google Shape;114;p15"/>
              <p:cNvPicPr preferRelativeResize="0"/>
              <p:nvPr/>
            </p:nvPicPr>
            <p:blipFill>
              <a:blip r:embed="rId3">
                <a:alphaModFix/>
              </a:blip>
              <a:stretch>
                <a:fillRect/>
              </a:stretch>
            </p:blipFill>
            <p:spPr>
              <a:xfrm rot="10800000" flipH="1">
                <a:off x="-158360" y="4030992"/>
                <a:ext cx="3336551" cy="1797250"/>
              </a:xfrm>
              <a:prstGeom prst="rect">
                <a:avLst/>
              </a:prstGeom>
              <a:noFill/>
              <a:ln>
                <a:noFill/>
              </a:ln>
            </p:spPr>
          </p:pic>
          <p:pic>
            <p:nvPicPr>
              <p:cNvPr id="115" name="Google Shape;115;p15"/>
              <p:cNvPicPr preferRelativeResize="0"/>
              <p:nvPr/>
            </p:nvPicPr>
            <p:blipFill>
              <a:blip r:embed="rId4">
                <a:alphaModFix/>
              </a:blip>
              <a:stretch>
                <a:fillRect/>
              </a:stretch>
            </p:blipFill>
            <p:spPr>
              <a:xfrm rot="10800000" flipH="1">
                <a:off x="-158360" y="4439742"/>
                <a:ext cx="4232325" cy="1338350"/>
              </a:xfrm>
              <a:prstGeom prst="rect">
                <a:avLst/>
              </a:prstGeom>
              <a:noFill/>
              <a:ln>
                <a:noFill/>
              </a:ln>
              <a:effectLst>
                <a:outerShdw blurRad="128588" dist="57150" dir="11220000" algn="bl" rotWithShape="0">
                  <a:schemeClr val="lt1">
                    <a:alpha val="25000"/>
                  </a:schemeClr>
                </a:outerShdw>
              </a:effectLst>
            </p:spPr>
          </p:pic>
        </p:grpSp>
        <p:grpSp>
          <p:nvGrpSpPr>
            <p:cNvPr id="116" name="Google Shape;116;p15"/>
            <p:cNvGrpSpPr/>
            <p:nvPr/>
          </p:nvGrpSpPr>
          <p:grpSpPr>
            <a:xfrm>
              <a:off x="4883436" y="-851467"/>
              <a:ext cx="4519251" cy="1875502"/>
              <a:chOff x="4883436" y="-851467"/>
              <a:chExt cx="4519251" cy="1875502"/>
            </a:xfrm>
          </p:grpSpPr>
          <p:pic>
            <p:nvPicPr>
              <p:cNvPr id="117" name="Google Shape;117;p15"/>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118" name="Google Shape;118;p15"/>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10800000" algn="bl" rotWithShape="0">
                  <a:schemeClr val="lt1">
                    <a:alpha val="25000"/>
                  </a:schemeClr>
                </a:outerShdw>
              </a:effectLst>
            </p:spPr>
          </p:pic>
        </p:grpSp>
      </p:grpSp>
    </p:spTree>
    <p:extLst>
      <p:ext uri="{BB962C8B-B14F-4D97-AF65-F5344CB8AC3E}">
        <p14:creationId xmlns:p14="http://schemas.microsoft.com/office/powerpoint/2010/main" val="659426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19"/>
        <p:cNvGrpSpPr/>
        <p:nvPr/>
      </p:nvGrpSpPr>
      <p:grpSpPr>
        <a:xfrm>
          <a:off x="0" y="0"/>
          <a:ext cx="0" cy="0"/>
          <a:chOff x="0" y="0"/>
          <a:chExt cx="0" cy="0"/>
        </a:xfrm>
      </p:grpSpPr>
      <p:pic>
        <p:nvPicPr>
          <p:cNvPr id="120" name="Google Shape;120;p1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21" name="Google Shape;121;p16"/>
          <p:cNvSpPr txBox="1">
            <a:spLocks noGrp="1"/>
          </p:cNvSpPr>
          <p:nvPr>
            <p:ph type="title"/>
          </p:nvPr>
        </p:nvSpPr>
        <p:spPr>
          <a:xfrm>
            <a:off x="960000" y="1766400"/>
            <a:ext cx="4692800" cy="2204800"/>
          </a:xfrm>
          <a:prstGeom prst="rect">
            <a:avLst/>
          </a:prstGeom>
        </p:spPr>
        <p:txBody>
          <a:bodyPr spcFirstLastPara="1" wrap="square" lIns="91425" tIns="91425" rIns="91425" bIns="91425" anchor="b" anchorCtr="0">
            <a:noAutofit/>
          </a:bodyPr>
          <a:lstStyle>
            <a:lvl1pPr lvl="0" algn="l" rtl="0">
              <a:lnSpc>
                <a:spcPct val="115000"/>
              </a:lnSpc>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2" name="Google Shape;122;p16"/>
          <p:cNvSpPr txBox="1">
            <a:spLocks noGrp="1"/>
          </p:cNvSpPr>
          <p:nvPr>
            <p:ph type="subTitle" idx="1"/>
          </p:nvPr>
        </p:nvSpPr>
        <p:spPr>
          <a:xfrm>
            <a:off x="960000" y="3970867"/>
            <a:ext cx="4692800" cy="112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3" name="Google Shape;123;p16"/>
          <p:cNvSpPr>
            <a:spLocks noGrp="1"/>
          </p:cNvSpPr>
          <p:nvPr>
            <p:ph type="pic" idx="2"/>
          </p:nvPr>
        </p:nvSpPr>
        <p:spPr>
          <a:xfrm>
            <a:off x="6684200" y="1150600"/>
            <a:ext cx="4556800" cy="4556800"/>
          </a:xfrm>
          <a:prstGeom prst="ellipse">
            <a:avLst/>
          </a:prstGeom>
          <a:noFill/>
          <a:ln>
            <a:noFill/>
          </a:ln>
        </p:spPr>
      </p:sp>
      <p:grpSp>
        <p:nvGrpSpPr>
          <p:cNvPr id="124" name="Google Shape;124;p16"/>
          <p:cNvGrpSpPr/>
          <p:nvPr/>
        </p:nvGrpSpPr>
        <p:grpSpPr>
          <a:xfrm>
            <a:off x="-83566" y="-1135289"/>
            <a:ext cx="6087905" cy="8906279"/>
            <a:chOff x="-62675" y="-851467"/>
            <a:chExt cx="4565929" cy="6679709"/>
          </a:xfrm>
        </p:grpSpPr>
        <p:grpSp>
          <p:nvGrpSpPr>
            <p:cNvPr id="125" name="Google Shape;125;p16"/>
            <p:cNvGrpSpPr/>
            <p:nvPr/>
          </p:nvGrpSpPr>
          <p:grpSpPr>
            <a:xfrm>
              <a:off x="-62675" y="4030992"/>
              <a:ext cx="4232325" cy="1797250"/>
              <a:chOff x="-62675" y="4030992"/>
              <a:chExt cx="4232325" cy="1797250"/>
            </a:xfrm>
          </p:grpSpPr>
          <p:pic>
            <p:nvPicPr>
              <p:cNvPr id="126" name="Google Shape;126;p16"/>
              <p:cNvPicPr preferRelativeResize="0"/>
              <p:nvPr/>
            </p:nvPicPr>
            <p:blipFill>
              <a:blip r:embed="rId3">
                <a:alphaModFix/>
              </a:blip>
              <a:stretch>
                <a:fillRect/>
              </a:stretch>
            </p:blipFill>
            <p:spPr>
              <a:xfrm rot="10800000" flipH="1">
                <a:off x="-62675" y="4030992"/>
                <a:ext cx="3336551" cy="1797250"/>
              </a:xfrm>
              <a:prstGeom prst="rect">
                <a:avLst/>
              </a:prstGeom>
              <a:noFill/>
              <a:ln>
                <a:noFill/>
              </a:ln>
            </p:spPr>
          </p:pic>
          <p:pic>
            <p:nvPicPr>
              <p:cNvPr id="127" name="Google Shape;127;p16"/>
              <p:cNvPicPr preferRelativeResize="0"/>
              <p:nvPr/>
            </p:nvPicPr>
            <p:blipFill>
              <a:blip r:embed="rId4">
                <a:alphaModFix/>
              </a:blip>
              <a:stretch>
                <a:fillRect/>
              </a:stretch>
            </p:blipFill>
            <p:spPr>
              <a:xfrm rot="10800000" flipH="1">
                <a:off x="-62675"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128" name="Google Shape;128;p16"/>
            <p:cNvGrpSpPr/>
            <p:nvPr/>
          </p:nvGrpSpPr>
          <p:grpSpPr>
            <a:xfrm>
              <a:off x="-15997" y="-851467"/>
              <a:ext cx="4519251" cy="1875502"/>
              <a:chOff x="-15997" y="-851467"/>
              <a:chExt cx="4519251" cy="1875502"/>
            </a:xfrm>
          </p:grpSpPr>
          <p:pic>
            <p:nvPicPr>
              <p:cNvPr id="129" name="Google Shape;129;p16"/>
              <p:cNvPicPr preferRelativeResize="0"/>
              <p:nvPr/>
            </p:nvPicPr>
            <p:blipFill>
              <a:blip r:embed="rId3">
                <a:alphaModFix/>
              </a:blip>
              <a:stretch>
                <a:fillRect/>
              </a:stretch>
            </p:blipFill>
            <p:spPr>
              <a:xfrm>
                <a:off x="-15997" y="-773214"/>
                <a:ext cx="3336551" cy="1797250"/>
              </a:xfrm>
              <a:prstGeom prst="rect">
                <a:avLst/>
              </a:prstGeom>
              <a:noFill/>
              <a:ln>
                <a:noFill/>
              </a:ln>
            </p:spPr>
          </p:pic>
          <p:pic>
            <p:nvPicPr>
              <p:cNvPr id="130" name="Google Shape;130;p16"/>
              <p:cNvPicPr preferRelativeResize="0"/>
              <p:nvPr/>
            </p:nvPicPr>
            <p:blipFill>
              <a:blip r:embed="rId4">
                <a:alphaModFix/>
              </a:blip>
              <a:stretch>
                <a:fillRect/>
              </a:stretch>
            </p:blipFill>
            <p:spPr>
              <a:xfrm>
                <a:off x="-15997" y="-851467"/>
                <a:ext cx="4519251" cy="1429075"/>
              </a:xfrm>
              <a:prstGeom prst="rect">
                <a:avLst/>
              </a:prstGeom>
              <a:noFill/>
              <a:ln>
                <a:noFill/>
              </a:ln>
              <a:effectLst>
                <a:outerShdw blurRad="142875" dist="76200" dir="6360000" algn="bl" rotWithShape="0">
                  <a:schemeClr val="lt1">
                    <a:alpha val="25000"/>
                  </a:schemeClr>
                </a:outerShdw>
              </a:effectLst>
            </p:spPr>
          </p:pic>
        </p:grpSp>
      </p:grpSp>
    </p:spTree>
    <p:extLst>
      <p:ext uri="{BB962C8B-B14F-4D97-AF65-F5344CB8AC3E}">
        <p14:creationId xmlns:p14="http://schemas.microsoft.com/office/powerpoint/2010/main" val="2398627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31"/>
        <p:cNvGrpSpPr/>
        <p:nvPr/>
      </p:nvGrpSpPr>
      <p:grpSpPr>
        <a:xfrm>
          <a:off x="0" y="0"/>
          <a:ext cx="0" cy="0"/>
          <a:chOff x="0" y="0"/>
          <a:chExt cx="0" cy="0"/>
        </a:xfrm>
      </p:grpSpPr>
      <p:pic>
        <p:nvPicPr>
          <p:cNvPr id="132" name="Google Shape;132;p17"/>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33" name="Google Shape;133;p17"/>
          <p:cNvSpPr txBox="1">
            <a:spLocks noGrp="1"/>
          </p:cNvSpPr>
          <p:nvPr>
            <p:ph type="title"/>
          </p:nvPr>
        </p:nvSpPr>
        <p:spPr>
          <a:xfrm>
            <a:off x="960000" y="2498633"/>
            <a:ext cx="4797200" cy="716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34" name="Google Shape;134;p17"/>
          <p:cNvSpPr txBox="1">
            <a:spLocks noGrp="1"/>
          </p:cNvSpPr>
          <p:nvPr>
            <p:ph type="subTitle" idx="1"/>
          </p:nvPr>
        </p:nvSpPr>
        <p:spPr>
          <a:xfrm>
            <a:off x="960000" y="3214567"/>
            <a:ext cx="4797200" cy="114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135" name="Google Shape;135;p17"/>
          <p:cNvGrpSpPr/>
          <p:nvPr/>
        </p:nvGrpSpPr>
        <p:grpSpPr>
          <a:xfrm>
            <a:off x="6893818" y="5374656"/>
            <a:ext cx="5643100" cy="2396333"/>
            <a:chOff x="5170363" y="4030992"/>
            <a:chExt cx="4232325" cy="1797250"/>
          </a:xfrm>
        </p:grpSpPr>
        <p:pic>
          <p:nvPicPr>
            <p:cNvPr id="136" name="Google Shape;136;p17"/>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37" name="Google Shape;137;p17"/>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9900000" algn="bl" rotWithShape="0">
                <a:schemeClr val="lt1">
                  <a:alpha val="25000"/>
                </a:schemeClr>
              </a:outerShdw>
            </a:effectLst>
          </p:spPr>
        </p:pic>
      </p:grpSp>
    </p:spTree>
    <p:extLst>
      <p:ext uri="{BB962C8B-B14F-4D97-AF65-F5344CB8AC3E}">
        <p14:creationId xmlns:p14="http://schemas.microsoft.com/office/powerpoint/2010/main" val="2129146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38"/>
        <p:cNvGrpSpPr/>
        <p:nvPr/>
      </p:nvGrpSpPr>
      <p:grpSpPr>
        <a:xfrm>
          <a:off x="0" y="0"/>
          <a:ext cx="0" cy="0"/>
          <a:chOff x="0" y="0"/>
          <a:chExt cx="0" cy="0"/>
        </a:xfrm>
      </p:grpSpPr>
      <p:pic>
        <p:nvPicPr>
          <p:cNvPr id="139" name="Google Shape;139;p18"/>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0" name="Google Shape;140;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1" name="Google Shape;141;p18"/>
          <p:cNvSpPr txBox="1">
            <a:spLocks noGrp="1"/>
          </p:cNvSpPr>
          <p:nvPr>
            <p:ph type="body" idx="1"/>
          </p:nvPr>
        </p:nvSpPr>
        <p:spPr>
          <a:xfrm>
            <a:off x="960000" y="1621000"/>
            <a:ext cx="10272000" cy="14204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Clr>
                <a:srgbClr val="FFC800"/>
              </a:buClr>
              <a:buSzPts val="1200"/>
              <a:buFont typeface="Nunito Light"/>
              <a:buChar char="■"/>
              <a:defRPr/>
            </a:lvl3pPr>
            <a:lvl4pPr marL="2438339" lvl="3" indent="-406390" rtl="0">
              <a:lnSpc>
                <a:spcPct val="115000"/>
              </a:lnSpc>
              <a:spcBef>
                <a:spcPts val="0"/>
              </a:spcBef>
              <a:spcAft>
                <a:spcPts val="0"/>
              </a:spcAft>
              <a:buClr>
                <a:srgbClr val="FFC800"/>
              </a:buClr>
              <a:buSzPts val="1200"/>
              <a:buFont typeface="Nunito Light"/>
              <a:buChar char="●"/>
              <a:defRPr/>
            </a:lvl4pPr>
            <a:lvl5pPr marL="3047924" lvl="4" indent="-406390" rtl="0">
              <a:lnSpc>
                <a:spcPct val="115000"/>
              </a:lnSpc>
              <a:spcBef>
                <a:spcPts val="0"/>
              </a:spcBef>
              <a:spcAft>
                <a:spcPts val="0"/>
              </a:spcAft>
              <a:buClr>
                <a:srgbClr val="434343"/>
              </a:buClr>
              <a:buSzPts val="1200"/>
              <a:buFont typeface="Nunito Light"/>
              <a:buChar char="○"/>
              <a:defRPr/>
            </a:lvl5pPr>
            <a:lvl6pPr marL="3657509" lvl="5" indent="-406390" rtl="0">
              <a:lnSpc>
                <a:spcPct val="115000"/>
              </a:lnSpc>
              <a:spcBef>
                <a:spcPts val="0"/>
              </a:spcBef>
              <a:spcAft>
                <a:spcPts val="0"/>
              </a:spcAft>
              <a:buClr>
                <a:srgbClr val="434343"/>
              </a:buClr>
              <a:buSzPts val="1200"/>
              <a:buFont typeface="Nunito Light"/>
              <a:buChar char="■"/>
              <a:defRPr/>
            </a:lvl6pPr>
            <a:lvl7pPr marL="4267093" lvl="6" indent="-406390" rtl="0">
              <a:lnSpc>
                <a:spcPct val="115000"/>
              </a:lnSpc>
              <a:spcBef>
                <a:spcPts val="0"/>
              </a:spcBef>
              <a:spcAft>
                <a:spcPts val="0"/>
              </a:spcAft>
              <a:buClr>
                <a:srgbClr val="434343"/>
              </a:buClr>
              <a:buSzPts val="1200"/>
              <a:buFont typeface="Nunito Light"/>
              <a:buChar char="●"/>
              <a:defRPr/>
            </a:lvl7pPr>
            <a:lvl8pPr marL="4876678" lvl="7" indent="-406390" rtl="0">
              <a:lnSpc>
                <a:spcPct val="115000"/>
              </a:lnSpc>
              <a:spcBef>
                <a:spcPts val="0"/>
              </a:spcBef>
              <a:spcAft>
                <a:spcPts val="0"/>
              </a:spcAft>
              <a:buClr>
                <a:srgbClr val="434343"/>
              </a:buClr>
              <a:buSzPts val="1200"/>
              <a:buFont typeface="Nunito Light"/>
              <a:buChar char="○"/>
              <a:defRPr/>
            </a:lvl8pPr>
            <a:lvl9pPr marL="5486263" lvl="8" indent="-406390" rtl="0">
              <a:lnSpc>
                <a:spcPct val="115000"/>
              </a:lnSpc>
              <a:spcBef>
                <a:spcPts val="0"/>
              </a:spcBef>
              <a:spcAft>
                <a:spcPts val="0"/>
              </a:spcAft>
              <a:buClr>
                <a:srgbClr val="434343"/>
              </a:buClr>
              <a:buSzPts val="1200"/>
              <a:buFont typeface="Nunito Light"/>
              <a:buChar char="■"/>
              <a:defRPr/>
            </a:lvl9pPr>
          </a:lstStyle>
          <a:p>
            <a:pPr lvl="0"/>
            <a:r>
              <a:rPr lang="en-US"/>
              <a:t>Click to edit Master text styles</a:t>
            </a:r>
          </a:p>
        </p:txBody>
      </p:sp>
      <p:grpSp>
        <p:nvGrpSpPr>
          <p:cNvPr id="142" name="Google Shape;142;p18"/>
          <p:cNvGrpSpPr/>
          <p:nvPr/>
        </p:nvGrpSpPr>
        <p:grpSpPr>
          <a:xfrm>
            <a:off x="-211146" y="-1135289"/>
            <a:ext cx="12748063" cy="8906279"/>
            <a:chOff x="-158360" y="-851467"/>
            <a:chExt cx="9561047" cy="6679709"/>
          </a:xfrm>
        </p:grpSpPr>
        <p:grpSp>
          <p:nvGrpSpPr>
            <p:cNvPr id="143" name="Google Shape;143;p18"/>
            <p:cNvGrpSpPr/>
            <p:nvPr/>
          </p:nvGrpSpPr>
          <p:grpSpPr>
            <a:xfrm>
              <a:off x="-158360" y="4030992"/>
              <a:ext cx="4232325" cy="1797250"/>
              <a:chOff x="-158360" y="4030992"/>
              <a:chExt cx="4232325" cy="1797250"/>
            </a:xfrm>
          </p:grpSpPr>
          <p:pic>
            <p:nvPicPr>
              <p:cNvPr id="144" name="Google Shape;144;p18"/>
              <p:cNvPicPr preferRelativeResize="0"/>
              <p:nvPr/>
            </p:nvPicPr>
            <p:blipFill>
              <a:blip r:embed="rId3">
                <a:alphaModFix/>
              </a:blip>
              <a:stretch>
                <a:fillRect/>
              </a:stretch>
            </p:blipFill>
            <p:spPr>
              <a:xfrm rot="10800000" flipH="1">
                <a:off x="-158360" y="4030992"/>
                <a:ext cx="3336551" cy="1797250"/>
              </a:xfrm>
              <a:prstGeom prst="rect">
                <a:avLst/>
              </a:prstGeom>
              <a:noFill/>
              <a:ln>
                <a:noFill/>
              </a:ln>
            </p:spPr>
          </p:pic>
          <p:pic>
            <p:nvPicPr>
              <p:cNvPr id="145" name="Google Shape;145;p18"/>
              <p:cNvPicPr preferRelativeResize="0"/>
              <p:nvPr/>
            </p:nvPicPr>
            <p:blipFill>
              <a:blip r:embed="rId4">
                <a:alphaModFix/>
              </a:blip>
              <a:stretch>
                <a:fillRect/>
              </a:stretch>
            </p:blipFill>
            <p:spPr>
              <a:xfrm rot="10800000" flipH="1">
                <a:off x="-158360" y="4439742"/>
                <a:ext cx="4232325" cy="1338350"/>
              </a:xfrm>
              <a:prstGeom prst="rect">
                <a:avLst/>
              </a:prstGeom>
              <a:noFill/>
              <a:ln>
                <a:noFill/>
              </a:ln>
              <a:effectLst>
                <a:outerShdw blurRad="128588" dist="57150" dir="11220000" algn="bl" rotWithShape="0">
                  <a:schemeClr val="lt1">
                    <a:alpha val="25000"/>
                  </a:schemeClr>
                </a:outerShdw>
              </a:effectLst>
            </p:spPr>
          </p:pic>
        </p:grpSp>
        <p:grpSp>
          <p:nvGrpSpPr>
            <p:cNvPr id="146" name="Google Shape;146;p18"/>
            <p:cNvGrpSpPr/>
            <p:nvPr/>
          </p:nvGrpSpPr>
          <p:grpSpPr>
            <a:xfrm>
              <a:off x="4883436" y="-851467"/>
              <a:ext cx="4519251" cy="1875502"/>
              <a:chOff x="4883436" y="-851467"/>
              <a:chExt cx="4519251" cy="1875502"/>
            </a:xfrm>
          </p:grpSpPr>
          <p:pic>
            <p:nvPicPr>
              <p:cNvPr id="147" name="Google Shape;147;p18"/>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148" name="Google Shape;148;p18"/>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10800000" algn="bl" rotWithShape="0">
                  <a:schemeClr val="lt1">
                    <a:alpha val="25000"/>
                  </a:schemeClr>
                </a:outerShdw>
              </a:effectLst>
            </p:spPr>
          </p:pic>
        </p:grpSp>
      </p:grpSp>
    </p:spTree>
    <p:extLst>
      <p:ext uri="{BB962C8B-B14F-4D97-AF65-F5344CB8AC3E}">
        <p14:creationId xmlns:p14="http://schemas.microsoft.com/office/powerpoint/2010/main" val="4167959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49"/>
        <p:cNvGrpSpPr/>
        <p:nvPr/>
      </p:nvGrpSpPr>
      <p:grpSpPr>
        <a:xfrm>
          <a:off x="0" y="0"/>
          <a:ext cx="0" cy="0"/>
          <a:chOff x="0" y="0"/>
          <a:chExt cx="0" cy="0"/>
        </a:xfrm>
      </p:grpSpPr>
      <p:pic>
        <p:nvPicPr>
          <p:cNvPr id="150" name="Google Shape;150;p19"/>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51" name="Google Shape;151;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52" name="Google Shape;152;p19"/>
          <p:cNvSpPr txBox="1">
            <a:spLocks noGrp="1"/>
          </p:cNvSpPr>
          <p:nvPr>
            <p:ph type="body" idx="1"/>
          </p:nvPr>
        </p:nvSpPr>
        <p:spPr>
          <a:xfrm>
            <a:off x="960000" y="1621000"/>
            <a:ext cx="10272000" cy="45236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Clr>
                <a:srgbClr val="FFC800"/>
              </a:buClr>
              <a:buSzPts val="1200"/>
              <a:buFont typeface="Nunito Light"/>
              <a:buChar char="■"/>
              <a:defRPr/>
            </a:lvl3pPr>
            <a:lvl4pPr marL="2438339" lvl="3" indent="-406390" rtl="0">
              <a:lnSpc>
                <a:spcPct val="115000"/>
              </a:lnSpc>
              <a:spcBef>
                <a:spcPts val="0"/>
              </a:spcBef>
              <a:spcAft>
                <a:spcPts val="0"/>
              </a:spcAft>
              <a:buClr>
                <a:srgbClr val="FFC800"/>
              </a:buClr>
              <a:buSzPts val="1200"/>
              <a:buFont typeface="Nunito Light"/>
              <a:buChar char="●"/>
              <a:defRPr/>
            </a:lvl4pPr>
            <a:lvl5pPr marL="3047924" lvl="4" indent="-406390" rtl="0">
              <a:lnSpc>
                <a:spcPct val="115000"/>
              </a:lnSpc>
              <a:spcBef>
                <a:spcPts val="0"/>
              </a:spcBef>
              <a:spcAft>
                <a:spcPts val="0"/>
              </a:spcAft>
              <a:buClr>
                <a:srgbClr val="434343"/>
              </a:buClr>
              <a:buSzPts val="1200"/>
              <a:buFont typeface="Nunito Light"/>
              <a:buChar char="○"/>
              <a:defRPr/>
            </a:lvl5pPr>
            <a:lvl6pPr marL="3657509" lvl="5" indent="-406390" rtl="0">
              <a:lnSpc>
                <a:spcPct val="115000"/>
              </a:lnSpc>
              <a:spcBef>
                <a:spcPts val="0"/>
              </a:spcBef>
              <a:spcAft>
                <a:spcPts val="0"/>
              </a:spcAft>
              <a:buClr>
                <a:srgbClr val="434343"/>
              </a:buClr>
              <a:buSzPts val="1200"/>
              <a:buFont typeface="Nunito Light"/>
              <a:buChar char="■"/>
              <a:defRPr/>
            </a:lvl6pPr>
            <a:lvl7pPr marL="4267093" lvl="6" indent="-406390" rtl="0">
              <a:lnSpc>
                <a:spcPct val="115000"/>
              </a:lnSpc>
              <a:spcBef>
                <a:spcPts val="0"/>
              </a:spcBef>
              <a:spcAft>
                <a:spcPts val="0"/>
              </a:spcAft>
              <a:buClr>
                <a:srgbClr val="434343"/>
              </a:buClr>
              <a:buSzPts val="1200"/>
              <a:buFont typeface="Nunito Light"/>
              <a:buChar char="●"/>
              <a:defRPr/>
            </a:lvl7pPr>
            <a:lvl8pPr marL="4876678" lvl="7" indent="-406390" rtl="0">
              <a:lnSpc>
                <a:spcPct val="115000"/>
              </a:lnSpc>
              <a:spcBef>
                <a:spcPts val="0"/>
              </a:spcBef>
              <a:spcAft>
                <a:spcPts val="0"/>
              </a:spcAft>
              <a:buClr>
                <a:srgbClr val="434343"/>
              </a:buClr>
              <a:buSzPts val="1200"/>
              <a:buFont typeface="Nunito Light"/>
              <a:buChar char="○"/>
              <a:defRPr/>
            </a:lvl8pPr>
            <a:lvl9pPr marL="5486263" lvl="8" indent="-406390" rtl="0">
              <a:lnSpc>
                <a:spcPct val="115000"/>
              </a:lnSpc>
              <a:spcBef>
                <a:spcPts val="0"/>
              </a:spcBef>
              <a:spcAft>
                <a:spcPts val="0"/>
              </a:spcAft>
              <a:buClr>
                <a:srgbClr val="434343"/>
              </a:buClr>
              <a:buSzPts val="1200"/>
              <a:buFont typeface="Nunito Light"/>
              <a:buChar char="■"/>
              <a:defRPr/>
            </a:lvl9pPr>
          </a:lstStyle>
          <a:p>
            <a:pPr lvl="0"/>
            <a:r>
              <a:rPr lang="en-US"/>
              <a:t>Click to edit Master text styles</a:t>
            </a:r>
          </a:p>
        </p:txBody>
      </p:sp>
      <p:grpSp>
        <p:nvGrpSpPr>
          <p:cNvPr id="153" name="Google Shape;153;p19"/>
          <p:cNvGrpSpPr/>
          <p:nvPr/>
        </p:nvGrpSpPr>
        <p:grpSpPr>
          <a:xfrm>
            <a:off x="-211146" y="-1135289"/>
            <a:ext cx="12748063" cy="8906279"/>
            <a:chOff x="-158360" y="-851467"/>
            <a:chExt cx="9561047" cy="6679709"/>
          </a:xfrm>
        </p:grpSpPr>
        <p:grpSp>
          <p:nvGrpSpPr>
            <p:cNvPr id="154" name="Google Shape;154;p19"/>
            <p:cNvGrpSpPr/>
            <p:nvPr/>
          </p:nvGrpSpPr>
          <p:grpSpPr>
            <a:xfrm>
              <a:off x="5170363" y="4030992"/>
              <a:ext cx="4232325" cy="1797250"/>
              <a:chOff x="5170363" y="4030992"/>
              <a:chExt cx="4232325" cy="1797250"/>
            </a:xfrm>
          </p:grpSpPr>
          <p:pic>
            <p:nvPicPr>
              <p:cNvPr id="155" name="Google Shape;155;p19"/>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56" name="Google Shape;156;p19"/>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9900000" algn="bl" rotWithShape="0">
                  <a:schemeClr val="lt1">
                    <a:alpha val="25000"/>
                  </a:schemeClr>
                </a:outerShdw>
              </a:effectLst>
            </p:spPr>
          </p:pic>
        </p:grpSp>
        <p:grpSp>
          <p:nvGrpSpPr>
            <p:cNvPr id="157" name="Google Shape;157;p19"/>
            <p:cNvGrpSpPr/>
            <p:nvPr/>
          </p:nvGrpSpPr>
          <p:grpSpPr>
            <a:xfrm>
              <a:off x="-158360" y="-851467"/>
              <a:ext cx="4519251" cy="1875502"/>
              <a:chOff x="-158360" y="-851467"/>
              <a:chExt cx="4519251" cy="1875502"/>
            </a:xfrm>
          </p:grpSpPr>
          <p:pic>
            <p:nvPicPr>
              <p:cNvPr id="158" name="Google Shape;158;p19"/>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159" name="Google Shape;159;p19"/>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10020000" algn="bl" rotWithShape="0">
                  <a:schemeClr val="lt1">
                    <a:alpha val="25000"/>
                  </a:schemeClr>
                </a:outerShdw>
              </a:effectLst>
            </p:spPr>
          </p:pic>
        </p:grpSp>
      </p:grpSp>
    </p:spTree>
    <p:extLst>
      <p:ext uri="{BB962C8B-B14F-4D97-AF65-F5344CB8AC3E}">
        <p14:creationId xmlns:p14="http://schemas.microsoft.com/office/powerpoint/2010/main" val="1818688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60"/>
        <p:cNvGrpSpPr/>
        <p:nvPr/>
      </p:nvGrpSpPr>
      <p:grpSpPr>
        <a:xfrm>
          <a:off x="0" y="0"/>
          <a:ext cx="0" cy="0"/>
          <a:chOff x="0" y="0"/>
          <a:chExt cx="0" cy="0"/>
        </a:xfrm>
      </p:grpSpPr>
      <p:pic>
        <p:nvPicPr>
          <p:cNvPr id="161" name="Google Shape;161;p20"/>
          <p:cNvPicPr preferRelativeResize="0"/>
          <p:nvPr/>
        </p:nvPicPr>
        <p:blipFill>
          <a:blip r:embed="rId2">
            <a:alphaModFix/>
          </a:blip>
          <a:stretch>
            <a:fillRect/>
          </a:stretch>
        </p:blipFill>
        <p:spPr>
          <a:xfrm>
            <a:off x="0" y="0"/>
            <a:ext cx="12192000" cy="6858000"/>
          </a:xfrm>
          <a:prstGeom prst="rect">
            <a:avLst/>
          </a:prstGeom>
          <a:noFill/>
          <a:ln>
            <a:noFill/>
          </a:ln>
        </p:spPr>
      </p:pic>
      <p:grpSp>
        <p:nvGrpSpPr>
          <p:cNvPr id="162" name="Google Shape;162;p20"/>
          <p:cNvGrpSpPr/>
          <p:nvPr/>
        </p:nvGrpSpPr>
        <p:grpSpPr>
          <a:xfrm>
            <a:off x="-211146" y="-1135289"/>
            <a:ext cx="12748063" cy="8906279"/>
            <a:chOff x="-158360" y="-851467"/>
            <a:chExt cx="9561047" cy="6679709"/>
          </a:xfrm>
        </p:grpSpPr>
        <p:grpSp>
          <p:nvGrpSpPr>
            <p:cNvPr id="163" name="Google Shape;163;p20"/>
            <p:cNvGrpSpPr/>
            <p:nvPr/>
          </p:nvGrpSpPr>
          <p:grpSpPr>
            <a:xfrm>
              <a:off x="5170363" y="4030992"/>
              <a:ext cx="4232325" cy="1797250"/>
              <a:chOff x="5170363" y="4030992"/>
              <a:chExt cx="4232325" cy="1797250"/>
            </a:xfrm>
          </p:grpSpPr>
          <p:pic>
            <p:nvPicPr>
              <p:cNvPr id="164" name="Google Shape;164;p20"/>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65" name="Google Shape;165;p20"/>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166" name="Google Shape;166;p20"/>
            <p:cNvGrpSpPr/>
            <p:nvPr/>
          </p:nvGrpSpPr>
          <p:grpSpPr>
            <a:xfrm>
              <a:off x="-158360" y="-851467"/>
              <a:ext cx="4519251" cy="1875502"/>
              <a:chOff x="-158360" y="-851467"/>
              <a:chExt cx="4519251" cy="1875502"/>
            </a:xfrm>
          </p:grpSpPr>
          <p:pic>
            <p:nvPicPr>
              <p:cNvPr id="167" name="Google Shape;167;p20"/>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168" name="Google Shape;168;p20"/>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6360000" algn="bl" rotWithShape="0">
                  <a:schemeClr val="lt1">
                    <a:alpha val="25000"/>
                  </a:schemeClr>
                </a:outerShdw>
              </a:effectLst>
            </p:spPr>
          </p:pic>
        </p:grpSp>
      </p:grpSp>
      <p:sp>
        <p:nvSpPr>
          <p:cNvPr id="169" name="Google Shape;16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0" name="Google Shape;170;p20"/>
          <p:cNvSpPr txBox="1">
            <a:spLocks noGrp="1"/>
          </p:cNvSpPr>
          <p:nvPr>
            <p:ph type="body" idx="1"/>
          </p:nvPr>
        </p:nvSpPr>
        <p:spPr>
          <a:xfrm>
            <a:off x="960000" y="1587051"/>
            <a:ext cx="10272000" cy="45576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SzPts val="800"/>
              <a:buFont typeface="Nunito Light"/>
              <a:buChar char="●"/>
              <a:defRPr/>
            </a:lvl1pPr>
            <a:lvl2pPr marL="1219170" lvl="1" indent="-406390" rtl="0">
              <a:spcBef>
                <a:spcPts val="0"/>
              </a:spcBef>
              <a:spcAft>
                <a:spcPts val="0"/>
              </a:spcAft>
              <a:buSzPts val="1200"/>
              <a:buFont typeface="Nunito Light"/>
              <a:buChar char="○"/>
              <a:defRPr/>
            </a:lvl2pPr>
            <a:lvl3pPr marL="1828754" lvl="2" indent="-406390" rtl="0">
              <a:lnSpc>
                <a:spcPct val="115000"/>
              </a:lnSpc>
              <a:spcBef>
                <a:spcPts val="0"/>
              </a:spcBef>
              <a:spcAft>
                <a:spcPts val="0"/>
              </a:spcAft>
              <a:buClr>
                <a:srgbClr val="FFC800"/>
              </a:buClr>
              <a:buSzPts val="1200"/>
              <a:buFont typeface="Nunito Light"/>
              <a:buChar char="■"/>
              <a:defRPr/>
            </a:lvl3pPr>
            <a:lvl4pPr marL="2438339" lvl="3" indent="-406390" rtl="0">
              <a:lnSpc>
                <a:spcPct val="115000"/>
              </a:lnSpc>
              <a:spcBef>
                <a:spcPts val="0"/>
              </a:spcBef>
              <a:spcAft>
                <a:spcPts val="0"/>
              </a:spcAft>
              <a:buClr>
                <a:srgbClr val="FFC800"/>
              </a:buClr>
              <a:buSzPts val="1200"/>
              <a:buFont typeface="Nunito Light"/>
              <a:buChar char="●"/>
              <a:defRPr/>
            </a:lvl4pPr>
            <a:lvl5pPr marL="3047924" lvl="4" indent="-406390" rtl="0">
              <a:lnSpc>
                <a:spcPct val="115000"/>
              </a:lnSpc>
              <a:spcBef>
                <a:spcPts val="0"/>
              </a:spcBef>
              <a:spcAft>
                <a:spcPts val="0"/>
              </a:spcAft>
              <a:buClr>
                <a:srgbClr val="434343"/>
              </a:buClr>
              <a:buSzPts val="1200"/>
              <a:buFont typeface="Nunito Light"/>
              <a:buChar char="○"/>
              <a:defRPr/>
            </a:lvl5pPr>
            <a:lvl6pPr marL="3657509" lvl="5" indent="-406390" rtl="0">
              <a:lnSpc>
                <a:spcPct val="115000"/>
              </a:lnSpc>
              <a:spcBef>
                <a:spcPts val="0"/>
              </a:spcBef>
              <a:spcAft>
                <a:spcPts val="0"/>
              </a:spcAft>
              <a:buClr>
                <a:srgbClr val="434343"/>
              </a:buClr>
              <a:buSzPts val="1200"/>
              <a:buFont typeface="Nunito Light"/>
              <a:buChar char="■"/>
              <a:defRPr/>
            </a:lvl6pPr>
            <a:lvl7pPr marL="4267093" lvl="6" indent="-406390" rtl="0">
              <a:lnSpc>
                <a:spcPct val="115000"/>
              </a:lnSpc>
              <a:spcBef>
                <a:spcPts val="0"/>
              </a:spcBef>
              <a:spcAft>
                <a:spcPts val="0"/>
              </a:spcAft>
              <a:buClr>
                <a:srgbClr val="434343"/>
              </a:buClr>
              <a:buSzPts val="1200"/>
              <a:buFont typeface="Nunito Light"/>
              <a:buChar char="●"/>
              <a:defRPr/>
            </a:lvl7pPr>
            <a:lvl8pPr marL="4876678" lvl="7" indent="-406390" rtl="0">
              <a:lnSpc>
                <a:spcPct val="115000"/>
              </a:lnSpc>
              <a:spcBef>
                <a:spcPts val="0"/>
              </a:spcBef>
              <a:spcAft>
                <a:spcPts val="0"/>
              </a:spcAft>
              <a:buClr>
                <a:srgbClr val="434343"/>
              </a:buClr>
              <a:buSzPts val="1200"/>
              <a:buFont typeface="Nunito Light"/>
              <a:buChar char="○"/>
              <a:defRPr/>
            </a:lvl8pPr>
            <a:lvl9pPr marL="5486263" lvl="8" indent="-406390" rtl="0">
              <a:lnSpc>
                <a:spcPct val="115000"/>
              </a:lnSpc>
              <a:spcBef>
                <a:spcPts val="0"/>
              </a:spcBef>
              <a:spcAft>
                <a:spcPts val="0"/>
              </a:spcAft>
              <a:buClr>
                <a:srgbClr val="434343"/>
              </a:buClr>
              <a:buSzPts val="12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1281689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71"/>
        <p:cNvGrpSpPr/>
        <p:nvPr/>
      </p:nvGrpSpPr>
      <p:grpSpPr>
        <a:xfrm>
          <a:off x="0" y="0"/>
          <a:ext cx="0" cy="0"/>
          <a:chOff x="0" y="0"/>
          <a:chExt cx="0" cy="0"/>
        </a:xfrm>
      </p:grpSpPr>
      <p:pic>
        <p:nvPicPr>
          <p:cNvPr id="172" name="Google Shape;172;p21"/>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73" name="Google Shape;173;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4" name="Google Shape;174;p21"/>
          <p:cNvSpPr txBox="1">
            <a:spLocks noGrp="1"/>
          </p:cNvSpPr>
          <p:nvPr>
            <p:ph type="subTitle" idx="1"/>
          </p:nvPr>
        </p:nvSpPr>
        <p:spPr>
          <a:xfrm>
            <a:off x="1146367" y="3922133"/>
            <a:ext cx="31080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5" name="Google Shape;175;p21"/>
          <p:cNvSpPr txBox="1">
            <a:spLocks noGrp="1"/>
          </p:cNvSpPr>
          <p:nvPr>
            <p:ph type="subTitle" idx="2"/>
          </p:nvPr>
        </p:nvSpPr>
        <p:spPr>
          <a:xfrm>
            <a:off x="4542000" y="3922133"/>
            <a:ext cx="31080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6" name="Google Shape;176;p21"/>
          <p:cNvSpPr txBox="1">
            <a:spLocks noGrp="1"/>
          </p:cNvSpPr>
          <p:nvPr>
            <p:ph type="subTitle" idx="3"/>
          </p:nvPr>
        </p:nvSpPr>
        <p:spPr>
          <a:xfrm>
            <a:off x="7937600" y="3922133"/>
            <a:ext cx="3108000" cy="1159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177" name="Google Shape;177;p21"/>
          <p:cNvSpPr txBox="1">
            <a:spLocks noGrp="1"/>
          </p:cNvSpPr>
          <p:nvPr>
            <p:ph type="subTitle" idx="4"/>
          </p:nvPr>
        </p:nvSpPr>
        <p:spPr>
          <a:xfrm>
            <a:off x="1146367" y="3617333"/>
            <a:ext cx="3108000" cy="48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sp>
        <p:nvSpPr>
          <p:cNvPr id="178" name="Google Shape;178;p21"/>
          <p:cNvSpPr txBox="1">
            <a:spLocks noGrp="1"/>
          </p:cNvSpPr>
          <p:nvPr>
            <p:ph type="subTitle" idx="5"/>
          </p:nvPr>
        </p:nvSpPr>
        <p:spPr>
          <a:xfrm>
            <a:off x="4542001" y="3617333"/>
            <a:ext cx="3108000" cy="48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sp>
        <p:nvSpPr>
          <p:cNvPr id="179" name="Google Shape;179;p21"/>
          <p:cNvSpPr txBox="1">
            <a:spLocks noGrp="1"/>
          </p:cNvSpPr>
          <p:nvPr>
            <p:ph type="subTitle" idx="6"/>
          </p:nvPr>
        </p:nvSpPr>
        <p:spPr>
          <a:xfrm>
            <a:off x="7937601" y="3617333"/>
            <a:ext cx="3108000" cy="4876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600"/>
              <a:buFont typeface="DM Sans"/>
              <a:buNone/>
              <a:defRPr sz="3467" b="1">
                <a:latin typeface="DM Sans"/>
                <a:ea typeface="DM Sans"/>
                <a:cs typeface="DM Sans"/>
                <a:sym typeface="DM Sans"/>
              </a:defRPr>
            </a:lvl2pPr>
            <a:lvl3pPr lvl="2" algn="ctr" rtl="0">
              <a:lnSpc>
                <a:spcPct val="115000"/>
              </a:lnSpc>
              <a:spcBef>
                <a:spcPts val="0"/>
              </a:spcBef>
              <a:spcAft>
                <a:spcPts val="0"/>
              </a:spcAft>
              <a:buSzPts val="2600"/>
              <a:buFont typeface="DM Sans"/>
              <a:buNone/>
              <a:defRPr sz="3467" b="1">
                <a:latin typeface="DM Sans"/>
                <a:ea typeface="DM Sans"/>
                <a:cs typeface="DM Sans"/>
                <a:sym typeface="DM Sans"/>
              </a:defRPr>
            </a:lvl3pPr>
            <a:lvl4pPr lvl="3" algn="ctr" rtl="0">
              <a:lnSpc>
                <a:spcPct val="115000"/>
              </a:lnSpc>
              <a:spcBef>
                <a:spcPts val="0"/>
              </a:spcBef>
              <a:spcAft>
                <a:spcPts val="0"/>
              </a:spcAft>
              <a:buSzPts val="2600"/>
              <a:buFont typeface="DM Sans"/>
              <a:buNone/>
              <a:defRPr sz="3467" b="1">
                <a:latin typeface="DM Sans"/>
                <a:ea typeface="DM Sans"/>
                <a:cs typeface="DM Sans"/>
                <a:sym typeface="DM Sans"/>
              </a:defRPr>
            </a:lvl4pPr>
            <a:lvl5pPr lvl="4" algn="ctr" rtl="0">
              <a:lnSpc>
                <a:spcPct val="115000"/>
              </a:lnSpc>
              <a:spcBef>
                <a:spcPts val="0"/>
              </a:spcBef>
              <a:spcAft>
                <a:spcPts val="0"/>
              </a:spcAft>
              <a:buSzPts val="2600"/>
              <a:buFont typeface="DM Sans"/>
              <a:buNone/>
              <a:defRPr sz="3467" b="1">
                <a:latin typeface="DM Sans"/>
                <a:ea typeface="DM Sans"/>
                <a:cs typeface="DM Sans"/>
                <a:sym typeface="DM Sans"/>
              </a:defRPr>
            </a:lvl5pPr>
            <a:lvl6pPr lvl="5" algn="ctr" rtl="0">
              <a:lnSpc>
                <a:spcPct val="115000"/>
              </a:lnSpc>
              <a:spcBef>
                <a:spcPts val="0"/>
              </a:spcBef>
              <a:spcAft>
                <a:spcPts val="0"/>
              </a:spcAft>
              <a:buSzPts val="2600"/>
              <a:buFont typeface="DM Sans"/>
              <a:buNone/>
              <a:defRPr sz="3467" b="1">
                <a:latin typeface="DM Sans"/>
                <a:ea typeface="DM Sans"/>
                <a:cs typeface="DM Sans"/>
                <a:sym typeface="DM Sans"/>
              </a:defRPr>
            </a:lvl6pPr>
            <a:lvl7pPr lvl="6" algn="ctr" rtl="0">
              <a:lnSpc>
                <a:spcPct val="115000"/>
              </a:lnSpc>
              <a:spcBef>
                <a:spcPts val="0"/>
              </a:spcBef>
              <a:spcAft>
                <a:spcPts val="0"/>
              </a:spcAft>
              <a:buSzPts val="2600"/>
              <a:buFont typeface="DM Sans"/>
              <a:buNone/>
              <a:defRPr sz="3467" b="1">
                <a:latin typeface="DM Sans"/>
                <a:ea typeface="DM Sans"/>
                <a:cs typeface="DM Sans"/>
                <a:sym typeface="DM Sans"/>
              </a:defRPr>
            </a:lvl7pPr>
            <a:lvl8pPr lvl="7" algn="ctr" rtl="0">
              <a:lnSpc>
                <a:spcPct val="115000"/>
              </a:lnSpc>
              <a:spcBef>
                <a:spcPts val="0"/>
              </a:spcBef>
              <a:spcAft>
                <a:spcPts val="0"/>
              </a:spcAft>
              <a:buSzPts val="2600"/>
              <a:buFont typeface="DM Sans"/>
              <a:buNone/>
              <a:defRPr sz="3467" b="1">
                <a:latin typeface="DM Sans"/>
                <a:ea typeface="DM Sans"/>
                <a:cs typeface="DM Sans"/>
                <a:sym typeface="DM Sans"/>
              </a:defRPr>
            </a:lvl8pPr>
            <a:lvl9pPr lvl="8" algn="ctr"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grpSp>
        <p:nvGrpSpPr>
          <p:cNvPr id="180" name="Google Shape;180;p21"/>
          <p:cNvGrpSpPr/>
          <p:nvPr/>
        </p:nvGrpSpPr>
        <p:grpSpPr>
          <a:xfrm>
            <a:off x="-211146" y="-1135289"/>
            <a:ext cx="12748063" cy="8906279"/>
            <a:chOff x="-158360" y="-851467"/>
            <a:chExt cx="9561047" cy="6679709"/>
          </a:xfrm>
        </p:grpSpPr>
        <p:grpSp>
          <p:nvGrpSpPr>
            <p:cNvPr id="181" name="Google Shape;181;p21"/>
            <p:cNvGrpSpPr/>
            <p:nvPr/>
          </p:nvGrpSpPr>
          <p:grpSpPr>
            <a:xfrm>
              <a:off x="5170363" y="4030992"/>
              <a:ext cx="4232325" cy="1797250"/>
              <a:chOff x="5170363" y="4030992"/>
              <a:chExt cx="4232325" cy="1797250"/>
            </a:xfrm>
          </p:grpSpPr>
          <p:pic>
            <p:nvPicPr>
              <p:cNvPr id="182" name="Google Shape;182;p21"/>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83" name="Google Shape;183;p21"/>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184" name="Google Shape;184;p21"/>
            <p:cNvGrpSpPr/>
            <p:nvPr/>
          </p:nvGrpSpPr>
          <p:grpSpPr>
            <a:xfrm>
              <a:off x="-158360" y="-851467"/>
              <a:ext cx="4519251" cy="1875502"/>
              <a:chOff x="-158360" y="-851467"/>
              <a:chExt cx="4519251" cy="1875502"/>
            </a:xfrm>
          </p:grpSpPr>
          <p:pic>
            <p:nvPicPr>
              <p:cNvPr id="185" name="Google Shape;185;p21"/>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186" name="Google Shape;186;p21"/>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6360000" algn="bl" rotWithShape="0">
                  <a:schemeClr val="lt1">
                    <a:alpha val="25000"/>
                  </a:schemeClr>
                </a:outerShdw>
              </a:effectLst>
            </p:spPr>
          </p:pic>
        </p:grpSp>
      </p:grpSp>
    </p:spTree>
    <p:extLst>
      <p:ext uri="{BB962C8B-B14F-4D97-AF65-F5344CB8AC3E}">
        <p14:creationId xmlns:p14="http://schemas.microsoft.com/office/powerpoint/2010/main" val="1749145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87"/>
        <p:cNvGrpSpPr/>
        <p:nvPr/>
      </p:nvGrpSpPr>
      <p:grpSpPr>
        <a:xfrm>
          <a:off x="0" y="0"/>
          <a:ext cx="0" cy="0"/>
          <a:chOff x="0" y="0"/>
          <a:chExt cx="0" cy="0"/>
        </a:xfrm>
      </p:grpSpPr>
      <p:pic>
        <p:nvPicPr>
          <p:cNvPr id="188" name="Google Shape;188;p22"/>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89" name="Google Shape;189;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90" name="Google Shape;190;p22"/>
          <p:cNvSpPr txBox="1">
            <a:spLocks noGrp="1"/>
          </p:cNvSpPr>
          <p:nvPr>
            <p:ph type="subTitle" idx="1"/>
          </p:nvPr>
        </p:nvSpPr>
        <p:spPr>
          <a:xfrm>
            <a:off x="960033" y="2072640"/>
            <a:ext cx="10272000" cy="707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191" name="Google Shape;191;p22"/>
          <p:cNvSpPr txBox="1">
            <a:spLocks noGrp="1"/>
          </p:cNvSpPr>
          <p:nvPr>
            <p:ph type="subTitle" idx="2"/>
          </p:nvPr>
        </p:nvSpPr>
        <p:spPr>
          <a:xfrm>
            <a:off x="960033" y="3565384"/>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192" name="Google Shape;192;p22"/>
          <p:cNvSpPr txBox="1">
            <a:spLocks noGrp="1"/>
          </p:cNvSpPr>
          <p:nvPr>
            <p:ph type="subTitle" idx="3"/>
          </p:nvPr>
        </p:nvSpPr>
        <p:spPr>
          <a:xfrm>
            <a:off x="960033" y="5049817"/>
            <a:ext cx="10272000" cy="70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193" name="Google Shape;193;p22"/>
          <p:cNvSpPr txBox="1">
            <a:spLocks noGrp="1"/>
          </p:cNvSpPr>
          <p:nvPr>
            <p:ph type="subTitle" idx="4"/>
          </p:nvPr>
        </p:nvSpPr>
        <p:spPr>
          <a:xfrm>
            <a:off x="960033" y="1569345"/>
            <a:ext cx="10272000" cy="707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Clr>
                <a:schemeClr val="dk1"/>
              </a:buClr>
              <a:buSzPts val="24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9pPr>
          </a:lstStyle>
          <a:p>
            <a:r>
              <a:rPr lang="en-US"/>
              <a:t>Click to edit Master subtitle style</a:t>
            </a:r>
            <a:endParaRPr/>
          </a:p>
        </p:txBody>
      </p:sp>
      <p:sp>
        <p:nvSpPr>
          <p:cNvPr id="194" name="Google Shape;194;p22"/>
          <p:cNvSpPr txBox="1">
            <a:spLocks noGrp="1"/>
          </p:cNvSpPr>
          <p:nvPr>
            <p:ph type="subTitle" idx="5"/>
          </p:nvPr>
        </p:nvSpPr>
        <p:spPr>
          <a:xfrm>
            <a:off x="960033" y="3057384"/>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Clr>
                <a:schemeClr val="dk1"/>
              </a:buClr>
              <a:buSzPts val="24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9pPr>
          </a:lstStyle>
          <a:p>
            <a:r>
              <a:rPr lang="en-US"/>
              <a:t>Click to edit Master subtitle style</a:t>
            </a:r>
            <a:endParaRPr/>
          </a:p>
        </p:txBody>
      </p:sp>
      <p:sp>
        <p:nvSpPr>
          <p:cNvPr id="195" name="Google Shape;195;p22"/>
          <p:cNvSpPr txBox="1">
            <a:spLocks noGrp="1"/>
          </p:cNvSpPr>
          <p:nvPr>
            <p:ph type="subTitle" idx="6"/>
          </p:nvPr>
        </p:nvSpPr>
        <p:spPr>
          <a:xfrm>
            <a:off x="960033" y="4541817"/>
            <a:ext cx="10272000" cy="70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Clr>
                <a:schemeClr val="dk1"/>
              </a:buClr>
              <a:buSzPts val="24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2pPr>
            <a:lvl3pPr lvl="2"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3pPr>
            <a:lvl4pPr lvl="3"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4pPr>
            <a:lvl5pPr lvl="4"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5pPr>
            <a:lvl6pPr lvl="5"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6pPr>
            <a:lvl7pPr lvl="6"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7pPr>
            <a:lvl8pPr lvl="7"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8pPr>
            <a:lvl9pPr lvl="8" rtl="0">
              <a:lnSpc>
                <a:spcPct val="115000"/>
              </a:lnSpc>
              <a:spcBef>
                <a:spcPts val="0"/>
              </a:spcBef>
              <a:spcAft>
                <a:spcPts val="0"/>
              </a:spcAft>
              <a:buClr>
                <a:schemeClr val="dk1"/>
              </a:buClr>
              <a:buSzPts val="2400"/>
              <a:buFont typeface="DM Sans"/>
              <a:buNone/>
              <a:defRPr sz="3200">
                <a:solidFill>
                  <a:schemeClr val="dk1"/>
                </a:solidFill>
                <a:latin typeface="DM Sans"/>
                <a:ea typeface="DM Sans"/>
                <a:cs typeface="DM Sans"/>
                <a:sym typeface="DM Sans"/>
              </a:defRPr>
            </a:lvl9pPr>
          </a:lstStyle>
          <a:p>
            <a:r>
              <a:rPr lang="en-US"/>
              <a:t>Click to edit Master subtitle style</a:t>
            </a:r>
            <a:endParaRPr/>
          </a:p>
        </p:txBody>
      </p:sp>
      <p:grpSp>
        <p:nvGrpSpPr>
          <p:cNvPr id="196" name="Google Shape;196;p22"/>
          <p:cNvGrpSpPr/>
          <p:nvPr/>
        </p:nvGrpSpPr>
        <p:grpSpPr>
          <a:xfrm>
            <a:off x="-211146" y="-1135289"/>
            <a:ext cx="12748063" cy="8906279"/>
            <a:chOff x="-158360" y="-851467"/>
            <a:chExt cx="9561047" cy="6679709"/>
          </a:xfrm>
        </p:grpSpPr>
        <p:grpSp>
          <p:nvGrpSpPr>
            <p:cNvPr id="197" name="Google Shape;197;p22"/>
            <p:cNvGrpSpPr/>
            <p:nvPr/>
          </p:nvGrpSpPr>
          <p:grpSpPr>
            <a:xfrm>
              <a:off x="5170363" y="4030992"/>
              <a:ext cx="4232325" cy="1797250"/>
              <a:chOff x="5170363" y="4030992"/>
              <a:chExt cx="4232325" cy="1797250"/>
            </a:xfrm>
          </p:grpSpPr>
          <p:pic>
            <p:nvPicPr>
              <p:cNvPr id="198" name="Google Shape;198;p22"/>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199" name="Google Shape;199;p22"/>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200" name="Google Shape;200;p22"/>
            <p:cNvGrpSpPr/>
            <p:nvPr/>
          </p:nvGrpSpPr>
          <p:grpSpPr>
            <a:xfrm>
              <a:off x="-158360" y="-851467"/>
              <a:ext cx="4519251" cy="1875502"/>
              <a:chOff x="-158360" y="-851467"/>
              <a:chExt cx="4519251" cy="1875502"/>
            </a:xfrm>
          </p:grpSpPr>
          <p:pic>
            <p:nvPicPr>
              <p:cNvPr id="201" name="Google Shape;201;p22"/>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202" name="Google Shape;202;p22"/>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6360000" algn="bl" rotWithShape="0">
                  <a:schemeClr val="lt1">
                    <a:alpha val="25000"/>
                  </a:schemeClr>
                </a:outerShdw>
              </a:effectLst>
            </p:spPr>
          </p:pic>
        </p:grpSp>
      </p:grpSp>
    </p:spTree>
    <p:extLst>
      <p:ext uri="{BB962C8B-B14F-4D97-AF65-F5344CB8AC3E}">
        <p14:creationId xmlns:p14="http://schemas.microsoft.com/office/powerpoint/2010/main" val="3935089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203"/>
        <p:cNvGrpSpPr/>
        <p:nvPr/>
      </p:nvGrpSpPr>
      <p:grpSpPr>
        <a:xfrm>
          <a:off x="0" y="0"/>
          <a:ext cx="0" cy="0"/>
          <a:chOff x="0" y="0"/>
          <a:chExt cx="0" cy="0"/>
        </a:xfrm>
      </p:grpSpPr>
      <p:pic>
        <p:nvPicPr>
          <p:cNvPr id="204" name="Google Shape;204;p2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05" name="Google Shape;205;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06" name="Google Shape;206;p23"/>
          <p:cNvSpPr txBox="1">
            <a:spLocks noGrp="1"/>
          </p:cNvSpPr>
          <p:nvPr>
            <p:ph type="subTitle" idx="1"/>
          </p:nvPr>
        </p:nvSpPr>
        <p:spPr>
          <a:xfrm>
            <a:off x="1981000" y="2091100"/>
            <a:ext cx="9038400" cy="79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6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207" name="Google Shape;207;p23"/>
          <p:cNvSpPr txBox="1">
            <a:spLocks noGrp="1"/>
          </p:cNvSpPr>
          <p:nvPr>
            <p:ph type="subTitle" idx="2"/>
          </p:nvPr>
        </p:nvSpPr>
        <p:spPr>
          <a:xfrm>
            <a:off x="1981000" y="3523095"/>
            <a:ext cx="9038400" cy="79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6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208" name="Google Shape;208;p23"/>
          <p:cNvSpPr txBox="1">
            <a:spLocks noGrp="1"/>
          </p:cNvSpPr>
          <p:nvPr>
            <p:ph type="subTitle" idx="3"/>
          </p:nvPr>
        </p:nvSpPr>
        <p:spPr>
          <a:xfrm>
            <a:off x="1981000" y="5045100"/>
            <a:ext cx="9038400" cy="79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6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en-US"/>
              <a:t>Click to edit Master subtitle style</a:t>
            </a:r>
            <a:endParaRPr/>
          </a:p>
        </p:txBody>
      </p:sp>
      <p:sp>
        <p:nvSpPr>
          <p:cNvPr id="209" name="Google Shape;209;p23"/>
          <p:cNvSpPr txBox="1">
            <a:spLocks noGrp="1"/>
          </p:cNvSpPr>
          <p:nvPr>
            <p:ph type="subTitle" idx="4"/>
          </p:nvPr>
        </p:nvSpPr>
        <p:spPr>
          <a:xfrm>
            <a:off x="1981000" y="1776700"/>
            <a:ext cx="9038400" cy="5700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sp>
        <p:nvSpPr>
          <p:cNvPr id="210" name="Google Shape;210;p23"/>
          <p:cNvSpPr txBox="1">
            <a:spLocks noGrp="1"/>
          </p:cNvSpPr>
          <p:nvPr>
            <p:ph type="subTitle" idx="5"/>
          </p:nvPr>
        </p:nvSpPr>
        <p:spPr>
          <a:xfrm>
            <a:off x="1981000" y="3178751"/>
            <a:ext cx="9038400" cy="5700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sp>
        <p:nvSpPr>
          <p:cNvPr id="211" name="Google Shape;211;p23"/>
          <p:cNvSpPr txBox="1">
            <a:spLocks noGrp="1"/>
          </p:cNvSpPr>
          <p:nvPr>
            <p:ph type="subTitle" idx="6"/>
          </p:nvPr>
        </p:nvSpPr>
        <p:spPr>
          <a:xfrm>
            <a:off x="1981000" y="4670833"/>
            <a:ext cx="9038400" cy="5700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600"/>
              <a:buFont typeface="DM Sans"/>
              <a:buNone/>
              <a:defRPr sz="2667">
                <a:solidFill>
                  <a:schemeClr val="dk1"/>
                </a:solidFill>
                <a:latin typeface="Public Sans"/>
                <a:ea typeface="Public Sans"/>
                <a:cs typeface="Public Sans"/>
                <a:sym typeface="Public Sans"/>
              </a:defRPr>
            </a:lvl1pPr>
            <a:lvl2pPr lvl="1" rtl="0">
              <a:lnSpc>
                <a:spcPct val="115000"/>
              </a:lnSpc>
              <a:spcBef>
                <a:spcPts val="0"/>
              </a:spcBef>
              <a:spcAft>
                <a:spcPts val="0"/>
              </a:spcAft>
              <a:buSzPts val="2600"/>
              <a:buFont typeface="DM Sans"/>
              <a:buNone/>
              <a:defRPr sz="3467" b="1">
                <a:latin typeface="DM Sans"/>
                <a:ea typeface="DM Sans"/>
                <a:cs typeface="DM Sans"/>
                <a:sym typeface="DM Sans"/>
              </a:defRPr>
            </a:lvl2pPr>
            <a:lvl3pPr lvl="2" rtl="0">
              <a:lnSpc>
                <a:spcPct val="115000"/>
              </a:lnSpc>
              <a:spcBef>
                <a:spcPts val="0"/>
              </a:spcBef>
              <a:spcAft>
                <a:spcPts val="0"/>
              </a:spcAft>
              <a:buSzPts val="2600"/>
              <a:buFont typeface="DM Sans"/>
              <a:buNone/>
              <a:defRPr sz="3467" b="1">
                <a:latin typeface="DM Sans"/>
                <a:ea typeface="DM Sans"/>
                <a:cs typeface="DM Sans"/>
                <a:sym typeface="DM Sans"/>
              </a:defRPr>
            </a:lvl3pPr>
            <a:lvl4pPr lvl="3" rtl="0">
              <a:lnSpc>
                <a:spcPct val="115000"/>
              </a:lnSpc>
              <a:spcBef>
                <a:spcPts val="0"/>
              </a:spcBef>
              <a:spcAft>
                <a:spcPts val="0"/>
              </a:spcAft>
              <a:buSzPts val="2600"/>
              <a:buFont typeface="DM Sans"/>
              <a:buNone/>
              <a:defRPr sz="3467" b="1">
                <a:latin typeface="DM Sans"/>
                <a:ea typeface="DM Sans"/>
                <a:cs typeface="DM Sans"/>
                <a:sym typeface="DM Sans"/>
              </a:defRPr>
            </a:lvl4pPr>
            <a:lvl5pPr lvl="4" rtl="0">
              <a:lnSpc>
                <a:spcPct val="115000"/>
              </a:lnSpc>
              <a:spcBef>
                <a:spcPts val="0"/>
              </a:spcBef>
              <a:spcAft>
                <a:spcPts val="0"/>
              </a:spcAft>
              <a:buSzPts val="2600"/>
              <a:buFont typeface="DM Sans"/>
              <a:buNone/>
              <a:defRPr sz="3467" b="1">
                <a:latin typeface="DM Sans"/>
                <a:ea typeface="DM Sans"/>
                <a:cs typeface="DM Sans"/>
                <a:sym typeface="DM Sans"/>
              </a:defRPr>
            </a:lvl5pPr>
            <a:lvl6pPr lvl="5" rtl="0">
              <a:lnSpc>
                <a:spcPct val="115000"/>
              </a:lnSpc>
              <a:spcBef>
                <a:spcPts val="0"/>
              </a:spcBef>
              <a:spcAft>
                <a:spcPts val="0"/>
              </a:spcAft>
              <a:buSzPts val="2600"/>
              <a:buFont typeface="DM Sans"/>
              <a:buNone/>
              <a:defRPr sz="3467" b="1">
                <a:latin typeface="DM Sans"/>
                <a:ea typeface="DM Sans"/>
                <a:cs typeface="DM Sans"/>
                <a:sym typeface="DM Sans"/>
              </a:defRPr>
            </a:lvl6pPr>
            <a:lvl7pPr lvl="6" rtl="0">
              <a:lnSpc>
                <a:spcPct val="115000"/>
              </a:lnSpc>
              <a:spcBef>
                <a:spcPts val="0"/>
              </a:spcBef>
              <a:spcAft>
                <a:spcPts val="0"/>
              </a:spcAft>
              <a:buSzPts val="2600"/>
              <a:buFont typeface="DM Sans"/>
              <a:buNone/>
              <a:defRPr sz="3467" b="1">
                <a:latin typeface="DM Sans"/>
                <a:ea typeface="DM Sans"/>
                <a:cs typeface="DM Sans"/>
                <a:sym typeface="DM Sans"/>
              </a:defRPr>
            </a:lvl7pPr>
            <a:lvl8pPr lvl="7" rtl="0">
              <a:lnSpc>
                <a:spcPct val="115000"/>
              </a:lnSpc>
              <a:spcBef>
                <a:spcPts val="0"/>
              </a:spcBef>
              <a:spcAft>
                <a:spcPts val="0"/>
              </a:spcAft>
              <a:buSzPts val="2600"/>
              <a:buFont typeface="DM Sans"/>
              <a:buNone/>
              <a:defRPr sz="3467" b="1">
                <a:latin typeface="DM Sans"/>
                <a:ea typeface="DM Sans"/>
                <a:cs typeface="DM Sans"/>
                <a:sym typeface="DM Sans"/>
              </a:defRPr>
            </a:lvl8pPr>
            <a:lvl9pPr lvl="8" rtl="0">
              <a:lnSpc>
                <a:spcPct val="115000"/>
              </a:lnSpc>
              <a:spcBef>
                <a:spcPts val="0"/>
              </a:spcBef>
              <a:spcAft>
                <a:spcPts val="0"/>
              </a:spcAft>
              <a:buSzPts val="2600"/>
              <a:buFont typeface="DM Sans"/>
              <a:buNone/>
              <a:defRPr sz="3467" b="1">
                <a:latin typeface="DM Sans"/>
                <a:ea typeface="DM Sans"/>
                <a:cs typeface="DM Sans"/>
                <a:sym typeface="DM Sans"/>
              </a:defRPr>
            </a:lvl9pPr>
          </a:lstStyle>
          <a:p>
            <a:r>
              <a:rPr lang="en-US"/>
              <a:t>Click to edit Master subtitle style</a:t>
            </a:r>
            <a:endParaRPr/>
          </a:p>
        </p:txBody>
      </p:sp>
      <p:grpSp>
        <p:nvGrpSpPr>
          <p:cNvPr id="212" name="Google Shape;212;p23"/>
          <p:cNvGrpSpPr/>
          <p:nvPr/>
        </p:nvGrpSpPr>
        <p:grpSpPr>
          <a:xfrm>
            <a:off x="-211146" y="-1135289"/>
            <a:ext cx="12748063" cy="8906279"/>
            <a:chOff x="-158360" y="-851467"/>
            <a:chExt cx="9561047" cy="6679709"/>
          </a:xfrm>
        </p:grpSpPr>
        <p:grpSp>
          <p:nvGrpSpPr>
            <p:cNvPr id="213" name="Google Shape;213;p23"/>
            <p:cNvGrpSpPr/>
            <p:nvPr/>
          </p:nvGrpSpPr>
          <p:grpSpPr>
            <a:xfrm>
              <a:off x="-158360" y="4030992"/>
              <a:ext cx="4232325" cy="1797250"/>
              <a:chOff x="-158360" y="4030992"/>
              <a:chExt cx="4232325" cy="1797250"/>
            </a:xfrm>
          </p:grpSpPr>
          <p:pic>
            <p:nvPicPr>
              <p:cNvPr id="214" name="Google Shape;214;p23"/>
              <p:cNvPicPr preferRelativeResize="0"/>
              <p:nvPr/>
            </p:nvPicPr>
            <p:blipFill>
              <a:blip r:embed="rId3">
                <a:alphaModFix/>
              </a:blip>
              <a:stretch>
                <a:fillRect/>
              </a:stretch>
            </p:blipFill>
            <p:spPr>
              <a:xfrm rot="10800000" flipH="1">
                <a:off x="-158360" y="4030992"/>
                <a:ext cx="3336551" cy="1797250"/>
              </a:xfrm>
              <a:prstGeom prst="rect">
                <a:avLst/>
              </a:prstGeom>
              <a:noFill/>
              <a:ln>
                <a:noFill/>
              </a:ln>
            </p:spPr>
          </p:pic>
          <p:pic>
            <p:nvPicPr>
              <p:cNvPr id="215" name="Google Shape;215;p23"/>
              <p:cNvPicPr preferRelativeResize="0"/>
              <p:nvPr/>
            </p:nvPicPr>
            <p:blipFill>
              <a:blip r:embed="rId4">
                <a:alphaModFix/>
              </a:blip>
              <a:stretch>
                <a:fillRect/>
              </a:stretch>
            </p:blipFill>
            <p:spPr>
              <a:xfrm rot="10800000" flipH="1">
                <a:off x="-158360" y="4439742"/>
                <a:ext cx="4232325" cy="1338350"/>
              </a:xfrm>
              <a:prstGeom prst="rect">
                <a:avLst/>
              </a:prstGeom>
              <a:noFill/>
              <a:ln>
                <a:noFill/>
              </a:ln>
              <a:effectLst>
                <a:outerShdw blurRad="128588" dist="57150" dir="11040000" algn="bl" rotWithShape="0">
                  <a:schemeClr val="lt1">
                    <a:alpha val="25000"/>
                  </a:schemeClr>
                </a:outerShdw>
              </a:effectLst>
            </p:spPr>
          </p:pic>
        </p:grpSp>
        <p:grpSp>
          <p:nvGrpSpPr>
            <p:cNvPr id="216" name="Google Shape;216;p23"/>
            <p:cNvGrpSpPr/>
            <p:nvPr/>
          </p:nvGrpSpPr>
          <p:grpSpPr>
            <a:xfrm>
              <a:off x="4883436" y="-851467"/>
              <a:ext cx="4519251" cy="1875502"/>
              <a:chOff x="4883436" y="-851467"/>
              <a:chExt cx="4519251" cy="1875502"/>
            </a:xfrm>
          </p:grpSpPr>
          <p:pic>
            <p:nvPicPr>
              <p:cNvPr id="217" name="Google Shape;217;p23"/>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18" name="Google Shape;218;p23"/>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11100000" algn="bl" rotWithShape="0">
                  <a:schemeClr val="lt1">
                    <a:alpha val="25000"/>
                  </a:schemeClr>
                </a:outerShdw>
              </a:effectLst>
            </p:spPr>
          </p:pic>
        </p:grpSp>
      </p:grpSp>
    </p:spTree>
    <p:extLst>
      <p:ext uri="{BB962C8B-B14F-4D97-AF65-F5344CB8AC3E}">
        <p14:creationId xmlns:p14="http://schemas.microsoft.com/office/powerpoint/2010/main" val="2831603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9"/>
        <p:cNvGrpSpPr/>
        <p:nvPr/>
      </p:nvGrpSpPr>
      <p:grpSpPr>
        <a:xfrm>
          <a:off x="0" y="0"/>
          <a:ext cx="0" cy="0"/>
          <a:chOff x="0" y="0"/>
          <a:chExt cx="0" cy="0"/>
        </a:xfrm>
      </p:grpSpPr>
      <p:pic>
        <p:nvPicPr>
          <p:cNvPr id="220" name="Google Shape;220;p24"/>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21" name="Google Shape;221;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22" name="Google Shape;222;p24"/>
          <p:cNvSpPr txBox="1">
            <a:spLocks noGrp="1"/>
          </p:cNvSpPr>
          <p:nvPr>
            <p:ph type="subTitle" idx="1"/>
          </p:nvPr>
        </p:nvSpPr>
        <p:spPr>
          <a:xfrm>
            <a:off x="2129651" y="2294620"/>
            <a:ext cx="3468000" cy="121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23" name="Google Shape;223;p24"/>
          <p:cNvSpPr txBox="1">
            <a:spLocks noGrp="1"/>
          </p:cNvSpPr>
          <p:nvPr>
            <p:ph type="subTitle" idx="2"/>
          </p:nvPr>
        </p:nvSpPr>
        <p:spPr>
          <a:xfrm>
            <a:off x="7262017" y="2294620"/>
            <a:ext cx="3468000" cy="121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24" name="Google Shape;224;p24"/>
          <p:cNvSpPr txBox="1">
            <a:spLocks noGrp="1"/>
          </p:cNvSpPr>
          <p:nvPr>
            <p:ph type="subTitle" idx="3"/>
          </p:nvPr>
        </p:nvSpPr>
        <p:spPr>
          <a:xfrm>
            <a:off x="2129651" y="4406620"/>
            <a:ext cx="3468000" cy="121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25" name="Google Shape;225;p24"/>
          <p:cNvSpPr txBox="1">
            <a:spLocks noGrp="1"/>
          </p:cNvSpPr>
          <p:nvPr>
            <p:ph type="subTitle" idx="4"/>
          </p:nvPr>
        </p:nvSpPr>
        <p:spPr>
          <a:xfrm>
            <a:off x="7262017" y="4406620"/>
            <a:ext cx="3468000" cy="121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26" name="Google Shape;226;p24"/>
          <p:cNvSpPr txBox="1">
            <a:spLocks noGrp="1"/>
          </p:cNvSpPr>
          <p:nvPr>
            <p:ph type="subTitle" idx="5"/>
          </p:nvPr>
        </p:nvSpPr>
        <p:spPr>
          <a:xfrm>
            <a:off x="2129651" y="1842053"/>
            <a:ext cx="3468000" cy="636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27" name="Google Shape;227;p24"/>
          <p:cNvSpPr txBox="1">
            <a:spLocks noGrp="1"/>
          </p:cNvSpPr>
          <p:nvPr>
            <p:ph type="subTitle" idx="6"/>
          </p:nvPr>
        </p:nvSpPr>
        <p:spPr>
          <a:xfrm>
            <a:off x="7262017" y="1842053"/>
            <a:ext cx="3468000" cy="636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28" name="Google Shape;228;p24"/>
          <p:cNvSpPr txBox="1">
            <a:spLocks noGrp="1"/>
          </p:cNvSpPr>
          <p:nvPr>
            <p:ph type="subTitle" idx="7"/>
          </p:nvPr>
        </p:nvSpPr>
        <p:spPr>
          <a:xfrm>
            <a:off x="2129651" y="3953987"/>
            <a:ext cx="3468000" cy="636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29" name="Google Shape;229;p24"/>
          <p:cNvSpPr txBox="1">
            <a:spLocks noGrp="1"/>
          </p:cNvSpPr>
          <p:nvPr>
            <p:ph type="subTitle" idx="8"/>
          </p:nvPr>
        </p:nvSpPr>
        <p:spPr>
          <a:xfrm>
            <a:off x="7262017" y="3953987"/>
            <a:ext cx="3468000" cy="636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grpSp>
        <p:nvGrpSpPr>
          <p:cNvPr id="230" name="Google Shape;230;p24"/>
          <p:cNvGrpSpPr/>
          <p:nvPr/>
        </p:nvGrpSpPr>
        <p:grpSpPr>
          <a:xfrm>
            <a:off x="-211146" y="-1135289"/>
            <a:ext cx="12748063" cy="8906279"/>
            <a:chOff x="-158360" y="-851467"/>
            <a:chExt cx="9561047" cy="6679709"/>
          </a:xfrm>
        </p:grpSpPr>
        <p:grpSp>
          <p:nvGrpSpPr>
            <p:cNvPr id="231" name="Google Shape;231;p24"/>
            <p:cNvGrpSpPr/>
            <p:nvPr/>
          </p:nvGrpSpPr>
          <p:grpSpPr>
            <a:xfrm>
              <a:off x="5170363" y="4030992"/>
              <a:ext cx="4232325" cy="1797250"/>
              <a:chOff x="5170363" y="4030992"/>
              <a:chExt cx="4232325" cy="1797250"/>
            </a:xfrm>
          </p:grpSpPr>
          <p:pic>
            <p:nvPicPr>
              <p:cNvPr id="232" name="Google Shape;232;p24"/>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233" name="Google Shape;233;p24"/>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9900000" algn="bl" rotWithShape="0">
                  <a:schemeClr val="lt1">
                    <a:alpha val="25000"/>
                  </a:schemeClr>
                </a:outerShdw>
              </a:effectLst>
            </p:spPr>
          </p:pic>
        </p:grpSp>
        <p:grpSp>
          <p:nvGrpSpPr>
            <p:cNvPr id="234" name="Google Shape;234;p24"/>
            <p:cNvGrpSpPr/>
            <p:nvPr/>
          </p:nvGrpSpPr>
          <p:grpSpPr>
            <a:xfrm>
              <a:off x="-158360" y="-851467"/>
              <a:ext cx="4519251" cy="1875502"/>
              <a:chOff x="-158360" y="-851467"/>
              <a:chExt cx="4519251" cy="1875502"/>
            </a:xfrm>
          </p:grpSpPr>
          <p:pic>
            <p:nvPicPr>
              <p:cNvPr id="235" name="Google Shape;235;p24"/>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236" name="Google Shape;236;p24"/>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10020000" algn="bl" rotWithShape="0">
                  <a:schemeClr val="lt1">
                    <a:alpha val="25000"/>
                  </a:schemeClr>
                </a:outerShdw>
              </a:effectLst>
            </p:spPr>
          </p:pic>
        </p:grpSp>
      </p:grpSp>
    </p:spTree>
    <p:extLst>
      <p:ext uri="{BB962C8B-B14F-4D97-AF65-F5344CB8AC3E}">
        <p14:creationId xmlns:p14="http://schemas.microsoft.com/office/powerpoint/2010/main" val="21413249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7"/>
        <p:cNvGrpSpPr/>
        <p:nvPr/>
      </p:nvGrpSpPr>
      <p:grpSpPr>
        <a:xfrm>
          <a:off x="0" y="0"/>
          <a:ext cx="0" cy="0"/>
          <a:chOff x="0" y="0"/>
          <a:chExt cx="0" cy="0"/>
        </a:xfrm>
      </p:grpSpPr>
      <p:pic>
        <p:nvPicPr>
          <p:cNvPr id="238" name="Google Shape;238;p2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39" name="Google Shape;239;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40" name="Google Shape;240;p25"/>
          <p:cNvSpPr txBox="1">
            <a:spLocks noGrp="1"/>
          </p:cNvSpPr>
          <p:nvPr>
            <p:ph type="subTitle" idx="1"/>
          </p:nvPr>
        </p:nvSpPr>
        <p:spPr>
          <a:xfrm>
            <a:off x="1365659" y="2874133"/>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1" name="Google Shape;241;p25"/>
          <p:cNvSpPr txBox="1">
            <a:spLocks noGrp="1"/>
          </p:cNvSpPr>
          <p:nvPr>
            <p:ph type="subTitle" idx="2"/>
          </p:nvPr>
        </p:nvSpPr>
        <p:spPr>
          <a:xfrm>
            <a:off x="4658792" y="2874133"/>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2" name="Google Shape;242;p25"/>
          <p:cNvSpPr txBox="1">
            <a:spLocks noGrp="1"/>
          </p:cNvSpPr>
          <p:nvPr>
            <p:ph type="subTitle" idx="3"/>
          </p:nvPr>
        </p:nvSpPr>
        <p:spPr>
          <a:xfrm>
            <a:off x="1365659" y="5226565"/>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3" name="Google Shape;243;p25"/>
          <p:cNvSpPr txBox="1">
            <a:spLocks noGrp="1"/>
          </p:cNvSpPr>
          <p:nvPr>
            <p:ph type="subTitle" idx="4"/>
          </p:nvPr>
        </p:nvSpPr>
        <p:spPr>
          <a:xfrm>
            <a:off x="4658792" y="5226565"/>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4" name="Google Shape;244;p25"/>
          <p:cNvSpPr txBox="1">
            <a:spLocks noGrp="1"/>
          </p:cNvSpPr>
          <p:nvPr>
            <p:ph type="subTitle" idx="5"/>
          </p:nvPr>
        </p:nvSpPr>
        <p:spPr>
          <a:xfrm>
            <a:off x="7952025" y="2874139"/>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5" name="Google Shape;245;p25"/>
          <p:cNvSpPr txBox="1">
            <a:spLocks noGrp="1"/>
          </p:cNvSpPr>
          <p:nvPr>
            <p:ph type="subTitle" idx="6"/>
          </p:nvPr>
        </p:nvSpPr>
        <p:spPr>
          <a:xfrm>
            <a:off x="7952025" y="5226568"/>
            <a:ext cx="2874400" cy="847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867"/>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en-US"/>
              <a:t>Click to edit Master subtitle style</a:t>
            </a:r>
            <a:endParaRPr/>
          </a:p>
        </p:txBody>
      </p:sp>
      <p:sp>
        <p:nvSpPr>
          <p:cNvPr id="246" name="Google Shape;246;p25"/>
          <p:cNvSpPr txBox="1">
            <a:spLocks noGrp="1"/>
          </p:cNvSpPr>
          <p:nvPr>
            <p:ph type="subTitle" idx="7"/>
          </p:nvPr>
        </p:nvSpPr>
        <p:spPr>
          <a:xfrm>
            <a:off x="1365659" y="2434800"/>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47" name="Google Shape;247;p25"/>
          <p:cNvSpPr txBox="1">
            <a:spLocks noGrp="1"/>
          </p:cNvSpPr>
          <p:nvPr>
            <p:ph type="subTitle" idx="8"/>
          </p:nvPr>
        </p:nvSpPr>
        <p:spPr>
          <a:xfrm>
            <a:off x="4658792" y="2434800"/>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48" name="Google Shape;248;p25"/>
          <p:cNvSpPr txBox="1">
            <a:spLocks noGrp="1"/>
          </p:cNvSpPr>
          <p:nvPr>
            <p:ph type="subTitle" idx="9"/>
          </p:nvPr>
        </p:nvSpPr>
        <p:spPr>
          <a:xfrm>
            <a:off x="7952025" y="2434800"/>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49" name="Google Shape;249;p25"/>
          <p:cNvSpPr txBox="1">
            <a:spLocks noGrp="1"/>
          </p:cNvSpPr>
          <p:nvPr>
            <p:ph type="subTitle" idx="13"/>
          </p:nvPr>
        </p:nvSpPr>
        <p:spPr>
          <a:xfrm>
            <a:off x="1365659" y="4786968"/>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50" name="Google Shape;250;p25"/>
          <p:cNvSpPr txBox="1">
            <a:spLocks noGrp="1"/>
          </p:cNvSpPr>
          <p:nvPr>
            <p:ph type="subTitle" idx="14"/>
          </p:nvPr>
        </p:nvSpPr>
        <p:spPr>
          <a:xfrm>
            <a:off x="4658792" y="4786968"/>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sp>
        <p:nvSpPr>
          <p:cNvPr id="251" name="Google Shape;251;p25"/>
          <p:cNvSpPr txBox="1">
            <a:spLocks noGrp="1"/>
          </p:cNvSpPr>
          <p:nvPr>
            <p:ph type="subTitle" idx="15"/>
          </p:nvPr>
        </p:nvSpPr>
        <p:spPr>
          <a:xfrm>
            <a:off x="7952025" y="4786968"/>
            <a:ext cx="2874400" cy="656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667">
                <a:solidFill>
                  <a:schemeClr val="dk1"/>
                </a:solidFill>
                <a:latin typeface="Public Sans"/>
                <a:ea typeface="Public Sans"/>
                <a:cs typeface="Public Sans"/>
                <a:sym typeface="Public Sans"/>
              </a:defRPr>
            </a:lvl1pPr>
            <a:lvl2pPr lvl="1" algn="ctr" rtl="0">
              <a:lnSpc>
                <a:spcPct val="115000"/>
              </a:lnSpc>
              <a:spcBef>
                <a:spcPts val="0"/>
              </a:spcBef>
              <a:spcAft>
                <a:spcPts val="0"/>
              </a:spcAft>
              <a:buSzPts val="2400"/>
              <a:buFont typeface="DM Sans"/>
              <a:buNone/>
              <a:defRPr sz="32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32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32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32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32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32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32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3200" b="1">
                <a:latin typeface="DM Sans"/>
                <a:ea typeface="DM Sans"/>
                <a:cs typeface="DM Sans"/>
                <a:sym typeface="DM Sans"/>
              </a:defRPr>
            </a:lvl9pPr>
          </a:lstStyle>
          <a:p>
            <a:r>
              <a:rPr lang="en-US"/>
              <a:t>Click to edit Master subtitle style</a:t>
            </a:r>
            <a:endParaRPr/>
          </a:p>
        </p:txBody>
      </p:sp>
      <p:grpSp>
        <p:nvGrpSpPr>
          <p:cNvPr id="252" name="Google Shape;252;p25"/>
          <p:cNvGrpSpPr/>
          <p:nvPr/>
        </p:nvGrpSpPr>
        <p:grpSpPr>
          <a:xfrm>
            <a:off x="-211146" y="-1135289"/>
            <a:ext cx="12748063" cy="8906279"/>
            <a:chOff x="-158360" y="-851467"/>
            <a:chExt cx="9561047" cy="6679709"/>
          </a:xfrm>
        </p:grpSpPr>
        <p:grpSp>
          <p:nvGrpSpPr>
            <p:cNvPr id="253" name="Google Shape;253;p25"/>
            <p:cNvGrpSpPr/>
            <p:nvPr/>
          </p:nvGrpSpPr>
          <p:grpSpPr>
            <a:xfrm>
              <a:off x="-158360" y="4030992"/>
              <a:ext cx="4232325" cy="1797250"/>
              <a:chOff x="-158360" y="4030992"/>
              <a:chExt cx="4232325" cy="1797250"/>
            </a:xfrm>
          </p:grpSpPr>
          <p:pic>
            <p:nvPicPr>
              <p:cNvPr id="254" name="Google Shape;254;p25"/>
              <p:cNvPicPr preferRelativeResize="0"/>
              <p:nvPr/>
            </p:nvPicPr>
            <p:blipFill>
              <a:blip r:embed="rId3">
                <a:alphaModFix/>
              </a:blip>
              <a:stretch>
                <a:fillRect/>
              </a:stretch>
            </p:blipFill>
            <p:spPr>
              <a:xfrm rot="10800000" flipH="1">
                <a:off x="-158360" y="4030992"/>
                <a:ext cx="3336551" cy="1797250"/>
              </a:xfrm>
              <a:prstGeom prst="rect">
                <a:avLst/>
              </a:prstGeom>
              <a:noFill/>
              <a:ln>
                <a:noFill/>
              </a:ln>
            </p:spPr>
          </p:pic>
          <p:pic>
            <p:nvPicPr>
              <p:cNvPr id="255" name="Google Shape;255;p25"/>
              <p:cNvPicPr preferRelativeResize="0"/>
              <p:nvPr/>
            </p:nvPicPr>
            <p:blipFill>
              <a:blip r:embed="rId4">
                <a:alphaModFix/>
              </a:blip>
              <a:stretch>
                <a:fillRect/>
              </a:stretch>
            </p:blipFill>
            <p:spPr>
              <a:xfrm rot="10800000" flipH="1">
                <a:off x="-158360" y="4439742"/>
                <a:ext cx="4232325" cy="1338350"/>
              </a:xfrm>
              <a:prstGeom prst="rect">
                <a:avLst/>
              </a:prstGeom>
              <a:noFill/>
              <a:ln>
                <a:noFill/>
              </a:ln>
              <a:effectLst>
                <a:outerShdw blurRad="128588" dist="57150" dir="16020000" algn="bl" rotWithShape="0">
                  <a:schemeClr val="lt1">
                    <a:alpha val="25000"/>
                  </a:schemeClr>
                </a:outerShdw>
              </a:effectLst>
            </p:spPr>
          </p:pic>
        </p:grpSp>
        <p:grpSp>
          <p:nvGrpSpPr>
            <p:cNvPr id="256" name="Google Shape;256;p25"/>
            <p:cNvGrpSpPr/>
            <p:nvPr/>
          </p:nvGrpSpPr>
          <p:grpSpPr>
            <a:xfrm>
              <a:off x="4883436" y="-851467"/>
              <a:ext cx="4519251" cy="1875502"/>
              <a:chOff x="4883436" y="-851467"/>
              <a:chExt cx="4519251" cy="1875502"/>
            </a:xfrm>
          </p:grpSpPr>
          <p:pic>
            <p:nvPicPr>
              <p:cNvPr id="257" name="Google Shape;257;p25"/>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58" name="Google Shape;258;p25"/>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6360000" algn="bl" rotWithShape="0">
                  <a:schemeClr val="lt1">
                    <a:alpha val="25000"/>
                  </a:schemeClr>
                </a:outerShdw>
              </a:effectLst>
            </p:spPr>
          </p:pic>
        </p:grpSp>
      </p:grpSp>
    </p:spTree>
    <p:extLst>
      <p:ext uri="{BB962C8B-B14F-4D97-AF65-F5344CB8AC3E}">
        <p14:creationId xmlns:p14="http://schemas.microsoft.com/office/powerpoint/2010/main" val="36570599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59"/>
        <p:cNvGrpSpPr/>
        <p:nvPr/>
      </p:nvGrpSpPr>
      <p:grpSpPr>
        <a:xfrm>
          <a:off x="0" y="0"/>
          <a:ext cx="0" cy="0"/>
          <a:chOff x="0" y="0"/>
          <a:chExt cx="0" cy="0"/>
        </a:xfrm>
      </p:grpSpPr>
      <p:pic>
        <p:nvPicPr>
          <p:cNvPr id="260" name="Google Shape;260;p2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61" name="Google Shape;261;p26"/>
          <p:cNvSpPr txBox="1">
            <a:spLocks noGrp="1"/>
          </p:cNvSpPr>
          <p:nvPr>
            <p:ph type="title" hasCustomPrompt="1"/>
          </p:nvPr>
        </p:nvSpPr>
        <p:spPr>
          <a:xfrm>
            <a:off x="950967" y="1742700"/>
            <a:ext cx="5031600" cy="11728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62" name="Google Shape;262;p26"/>
          <p:cNvSpPr txBox="1">
            <a:spLocks noGrp="1"/>
          </p:cNvSpPr>
          <p:nvPr>
            <p:ph type="subTitle" idx="1"/>
          </p:nvPr>
        </p:nvSpPr>
        <p:spPr>
          <a:xfrm>
            <a:off x="950967" y="2620868"/>
            <a:ext cx="5031600" cy="48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263" name="Google Shape;263;p26"/>
          <p:cNvSpPr txBox="1">
            <a:spLocks noGrp="1"/>
          </p:cNvSpPr>
          <p:nvPr>
            <p:ph type="title" idx="2" hasCustomPrompt="1"/>
          </p:nvPr>
        </p:nvSpPr>
        <p:spPr>
          <a:xfrm>
            <a:off x="6209433" y="1742700"/>
            <a:ext cx="5031600" cy="11728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64" name="Google Shape;264;p26"/>
          <p:cNvSpPr txBox="1">
            <a:spLocks noGrp="1"/>
          </p:cNvSpPr>
          <p:nvPr>
            <p:ph type="subTitle" idx="3"/>
          </p:nvPr>
        </p:nvSpPr>
        <p:spPr>
          <a:xfrm>
            <a:off x="6209433" y="2620901"/>
            <a:ext cx="5031600" cy="48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265" name="Google Shape;265;p26"/>
          <p:cNvSpPr txBox="1">
            <a:spLocks noGrp="1"/>
          </p:cNvSpPr>
          <p:nvPr>
            <p:ph type="title" idx="4" hasCustomPrompt="1"/>
          </p:nvPr>
        </p:nvSpPr>
        <p:spPr>
          <a:xfrm>
            <a:off x="3580200" y="3748667"/>
            <a:ext cx="5031600" cy="11728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66" name="Google Shape;266;p26"/>
          <p:cNvSpPr txBox="1">
            <a:spLocks noGrp="1"/>
          </p:cNvSpPr>
          <p:nvPr>
            <p:ph type="subTitle" idx="5"/>
          </p:nvPr>
        </p:nvSpPr>
        <p:spPr>
          <a:xfrm>
            <a:off x="3580200" y="4626899"/>
            <a:ext cx="5031600" cy="48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4563836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67"/>
        <p:cNvGrpSpPr/>
        <p:nvPr/>
      </p:nvGrpSpPr>
      <p:grpSpPr>
        <a:xfrm>
          <a:off x="0" y="0"/>
          <a:ext cx="0" cy="0"/>
          <a:chOff x="0" y="0"/>
          <a:chExt cx="0" cy="0"/>
        </a:xfrm>
      </p:grpSpPr>
      <p:pic>
        <p:nvPicPr>
          <p:cNvPr id="268" name="Google Shape;268;p27"/>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69" name="Google Shape;269;p27"/>
          <p:cNvSpPr txBox="1">
            <a:spLocks noGrp="1"/>
          </p:cNvSpPr>
          <p:nvPr>
            <p:ph type="title"/>
          </p:nvPr>
        </p:nvSpPr>
        <p:spPr>
          <a:xfrm>
            <a:off x="3130584" y="720000"/>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11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70" name="Google Shape;270;p27"/>
          <p:cNvSpPr txBox="1">
            <a:spLocks noGrp="1"/>
          </p:cNvSpPr>
          <p:nvPr>
            <p:ph type="subTitle" idx="1"/>
          </p:nvPr>
        </p:nvSpPr>
        <p:spPr>
          <a:xfrm>
            <a:off x="3130533" y="2360883"/>
            <a:ext cx="5930800" cy="163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71" name="Google Shape;271;p27"/>
          <p:cNvSpPr txBox="1"/>
          <p:nvPr/>
        </p:nvSpPr>
        <p:spPr>
          <a:xfrm>
            <a:off x="3335433" y="4932900"/>
            <a:ext cx="5521200" cy="7416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400"/>
              </a:spcBef>
              <a:spcAft>
                <a:spcPts val="0"/>
              </a:spcAft>
              <a:buNone/>
            </a:pPr>
            <a:r>
              <a:rPr lang="en" sz="1333">
                <a:solidFill>
                  <a:schemeClr val="lt1"/>
                </a:solidFill>
                <a:latin typeface="Commissioner"/>
                <a:ea typeface="Commissioner"/>
                <a:cs typeface="Commissioner"/>
                <a:sym typeface="Commissioner"/>
              </a:rPr>
              <a:t>CREDITS: This presentation template was created by </a:t>
            </a:r>
            <a:r>
              <a:rPr lang="en" sz="1333" b="1" u="sng">
                <a:solidFill>
                  <a:schemeClr val="lt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Slidesgo</a:t>
            </a:r>
            <a:r>
              <a:rPr lang="en" sz="1333" b="1">
                <a:solidFill>
                  <a:schemeClr val="lt1"/>
                </a:solidFill>
                <a:latin typeface="Commissioner"/>
                <a:ea typeface="Commissioner"/>
                <a:cs typeface="Commissioner"/>
                <a:sym typeface="Commissioner"/>
              </a:rPr>
              <a:t>,</a:t>
            </a:r>
            <a:r>
              <a:rPr lang="en" sz="1333">
                <a:solidFill>
                  <a:schemeClr val="lt1"/>
                </a:solidFill>
                <a:latin typeface="Commissioner"/>
                <a:ea typeface="Commissioner"/>
                <a:cs typeface="Commissioner"/>
                <a:sym typeface="Commissioner"/>
              </a:rPr>
              <a:t> and includes icons by</a:t>
            </a:r>
            <a:r>
              <a:rPr lang="en" sz="1333" b="1">
                <a:solidFill>
                  <a:schemeClr val="lt1"/>
                </a:solidFill>
                <a:latin typeface="Commissioner"/>
                <a:ea typeface="Commissioner"/>
                <a:cs typeface="Commissioner"/>
                <a:sym typeface="Commissioner"/>
              </a:rPr>
              <a:t> </a:t>
            </a:r>
            <a:r>
              <a:rPr lang="en" sz="1333" b="1" u="sng">
                <a:solidFill>
                  <a:schemeClr val="lt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Flaticon</a:t>
            </a:r>
            <a:r>
              <a:rPr lang="en" sz="1333" b="1">
                <a:solidFill>
                  <a:schemeClr val="lt1"/>
                </a:solidFill>
                <a:latin typeface="Commissioner"/>
                <a:ea typeface="Commissioner"/>
                <a:cs typeface="Commissioner"/>
                <a:sym typeface="Commissioner"/>
              </a:rPr>
              <a:t>,</a:t>
            </a:r>
            <a:r>
              <a:rPr lang="en" sz="1333">
                <a:solidFill>
                  <a:schemeClr val="lt1"/>
                </a:solidFill>
                <a:latin typeface="Commissioner"/>
                <a:ea typeface="Commissioner"/>
                <a:cs typeface="Commissioner"/>
                <a:sym typeface="Commissioner"/>
              </a:rPr>
              <a:t> and infographics &amp; images by </a:t>
            </a:r>
            <a:r>
              <a:rPr lang="en" sz="1333" b="1" u="sng">
                <a:solidFill>
                  <a:schemeClr val="lt1"/>
                </a:solidFill>
                <a:latin typeface="Commissioner"/>
                <a:ea typeface="Commissioner"/>
                <a:cs typeface="Commissioner"/>
                <a:sym typeface="Commissioner"/>
                <a:hlinkClick r:id="rId5">
                  <a:extLst>
                    <a:ext uri="{A12FA001-AC4F-418D-AE19-62706E023703}">
                      <ahyp:hlinkClr xmlns:ahyp="http://schemas.microsoft.com/office/drawing/2018/hyperlinkcolor" val="tx"/>
                    </a:ext>
                  </a:extLst>
                </a:hlinkClick>
              </a:rPr>
              <a:t>Freepik</a:t>
            </a:r>
            <a:r>
              <a:rPr lang="en" sz="1333" b="1" u="sng">
                <a:solidFill>
                  <a:schemeClr val="lt1"/>
                </a:solidFill>
                <a:latin typeface="Commissioner"/>
                <a:ea typeface="Commissioner"/>
                <a:cs typeface="Commissioner"/>
                <a:sym typeface="Commissioner"/>
              </a:rPr>
              <a:t> </a:t>
            </a:r>
            <a:endParaRPr sz="1333" b="1" u="sng">
              <a:solidFill>
                <a:schemeClr val="lt1"/>
              </a:solidFill>
              <a:latin typeface="Commissioner"/>
              <a:ea typeface="Commissioner"/>
              <a:cs typeface="Commissioner"/>
              <a:sym typeface="Commissioner"/>
            </a:endParaRPr>
          </a:p>
        </p:txBody>
      </p:sp>
      <p:grpSp>
        <p:nvGrpSpPr>
          <p:cNvPr id="272" name="Google Shape;272;p27"/>
          <p:cNvGrpSpPr/>
          <p:nvPr/>
        </p:nvGrpSpPr>
        <p:grpSpPr>
          <a:xfrm>
            <a:off x="-211146" y="-1135289"/>
            <a:ext cx="12748063" cy="8906279"/>
            <a:chOff x="-158360" y="-851467"/>
            <a:chExt cx="9561047" cy="6679709"/>
          </a:xfrm>
        </p:grpSpPr>
        <p:grpSp>
          <p:nvGrpSpPr>
            <p:cNvPr id="273" name="Google Shape;273;p27"/>
            <p:cNvGrpSpPr/>
            <p:nvPr/>
          </p:nvGrpSpPr>
          <p:grpSpPr>
            <a:xfrm>
              <a:off x="-158360" y="4030992"/>
              <a:ext cx="4232325" cy="1797250"/>
              <a:chOff x="-158360" y="4030992"/>
              <a:chExt cx="4232325" cy="1797250"/>
            </a:xfrm>
          </p:grpSpPr>
          <p:pic>
            <p:nvPicPr>
              <p:cNvPr id="274" name="Google Shape;274;p27"/>
              <p:cNvPicPr preferRelativeResize="0"/>
              <p:nvPr/>
            </p:nvPicPr>
            <p:blipFill>
              <a:blip r:embed="rId6">
                <a:alphaModFix/>
              </a:blip>
              <a:stretch>
                <a:fillRect/>
              </a:stretch>
            </p:blipFill>
            <p:spPr>
              <a:xfrm rot="10800000" flipH="1">
                <a:off x="-158360" y="4030992"/>
                <a:ext cx="3336551" cy="1797250"/>
              </a:xfrm>
              <a:prstGeom prst="rect">
                <a:avLst/>
              </a:prstGeom>
              <a:noFill/>
              <a:ln>
                <a:noFill/>
              </a:ln>
            </p:spPr>
          </p:pic>
          <p:pic>
            <p:nvPicPr>
              <p:cNvPr id="275" name="Google Shape;275;p27"/>
              <p:cNvPicPr preferRelativeResize="0"/>
              <p:nvPr/>
            </p:nvPicPr>
            <p:blipFill>
              <a:blip r:embed="rId7">
                <a:alphaModFix/>
              </a:blip>
              <a:stretch>
                <a:fillRect/>
              </a:stretch>
            </p:blipFill>
            <p:spPr>
              <a:xfrm rot="10800000" flipH="1">
                <a:off x="-158360" y="4439742"/>
                <a:ext cx="4232325" cy="1338350"/>
              </a:xfrm>
              <a:prstGeom prst="rect">
                <a:avLst/>
              </a:prstGeom>
              <a:noFill/>
              <a:ln>
                <a:noFill/>
              </a:ln>
              <a:effectLst>
                <a:outerShdw blurRad="128588" dist="57150" dir="11040000" algn="bl" rotWithShape="0">
                  <a:schemeClr val="lt1">
                    <a:alpha val="25000"/>
                  </a:schemeClr>
                </a:outerShdw>
              </a:effectLst>
            </p:spPr>
          </p:pic>
        </p:grpSp>
        <p:grpSp>
          <p:nvGrpSpPr>
            <p:cNvPr id="276" name="Google Shape;276;p27"/>
            <p:cNvGrpSpPr/>
            <p:nvPr/>
          </p:nvGrpSpPr>
          <p:grpSpPr>
            <a:xfrm>
              <a:off x="4883436" y="-851467"/>
              <a:ext cx="4519251" cy="1875502"/>
              <a:chOff x="4883436" y="-851467"/>
              <a:chExt cx="4519251" cy="1875502"/>
            </a:xfrm>
          </p:grpSpPr>
          <p:pic>
            <p:nvPicPr>
              <p:cNvPr id="277" name="Google Shape;277;p27"/>
              <p:cNvPicPr preferRelativeResize="0"/>
              <p:nvPr/>
            </p:nvPicPr>
            <p:blipFill>
              <a:blip r:embed="rId6">
                <a:alphaModFix/>
              </a:blip>
              <a:stretch>
                <a:fillRect/>
              </a:stretch>
            </p:blipFill>
            <p:spPr>
              <a:xfrm flipH="1">
                <a:off x="6066136" y="-773214"/>
                <a:ext cx="3336551" cy="1797250"/>
              </a:xfrm>
              <a:prstGeom prst="rect">
                <a:avLst/>
              </a:prstGeom>
              <a:noFill/>
              <a:ln>
                <a:noFill/>
              </a:ln>
            </p:spPr>
          </p:pic>
          <p:pic>
            <p:nvPicPr>
              <p:cNvPr id="278" name="Google Shape;278;p27"/>
              <p:cNvPicPr preferRelativeResize="0"/>
              <p:nvPr/>
            </p:nvPicPr>
            <p:blipFill>
              <a:blip r:embed="rId7">
                <a:alphaModFix/>
              </a:blip>
              <a:stretch>
                <a:fillRect/>
              </a:stretch>
            </p:blipFill>
            <p:spPr>
              <a:xfrm flipH="1">
                <a:off x="4883436" y="-851467"/>
                <a:ext cx="4519251" cy="1429075"/>
              </a:xfrm>
              <a:prstGeom prst="rect">
                <a:avLst/>
              </a:prstGeom>
              <a:noFill/>
              <a:ln>
                <a:noFill/>
              </a:ln>
              <a:effectLst>
                <a:outerShdw blurRad="142875" dist="76200" dir="11100000" algn="bl" rotWithShape="0">
                  <a:schemeClr val="lt1">
                    <a:alpha val="25000"/>
                  </a:schemeClr>
                </a:outerShdw>
              </a:effectLst>
            </p:spPr>
          </p:pic>
        </p:grpSp>
      </p:grpSp>
    </p:spTree>
    <p:extLst>
      <p:ext uri="{BB962C8B-B14F-4D97-AF65-F5344CB8AC3E}">
        <p14:creationId xmlns:p14="http://schemas.microsoft.com/office/powerpoint/2010/main" val="26794746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79"/>
        <p:cNvGrpSpPr/>
        <p:nvPr/>
      </p:nvGrpSpPr>
      <p:grpSpPr>
        <a:xfrm>
          <a:off x="0" y="0"/>
          <a:ext cx="0" cy="0"/>
          <a:chOff x="0" y="0"/>
          <a:chExt cx="0" cy="0"/>
        </a:xfrm>
      </p:grpSpPr>
      <p:pic>
        <p:nvPicPr>
          <p:cNvPr id="280" name="Google Shape;280;p28"/>
          <p:cNvPicPr preferRelativeResize="0"/>
          <p:nvPr/>
        </p:nvPicPr>
        <p:blipFill>
          <a:blip r:embed="rId2">
            <a:alphaModFix/>
          </a:blip>
          <a:stretch>
            <a:fillRect/>
          </a:stretch>
        </p:blipFill>
        <p:spPr>
          <a:xfrm>
            <a:off x="0" y="0"/>
            <a:ext cx="12192000" cy="6858000"/>
          </a:xfrm>
          <a:prstGeom prst="rect">
            <a:avLst/>
          </a:prstGeom>
          <a:noFill/>
          <a:ln>
            <a:noFill/>
          </a:ln>
        </p:spPr>
      </p:pic>
      <p:grpSp>
        <p:nvGrpSpPr>
          <p:cNvPr id="281" name="Google Shape;281;p28"/>
          <p:cNvGrpSpPr/>
          <p:nvPr/>
        </p:nvGrpSpPr>
        <p:grpSpPr>
          <a:xfrm>
            <a:off x="-211146" y="-1135289"/>
            <a:ext cx="12748063" cy="8906279"/>
            <a:chOff x="-158360" y="-851467"/>
            <a:chExt cx="9561047" cy="6679709"/>
          </a:xfrm>
        </p:grpSpPr>
        <p:grpSp>
          <p:nvGrpSpPr>
            <p:cNvPr id="282" name="Google Shape;282;p28"/>
            <p:cNvGrpSpPr/>
            <p:nvPr/>
          </p:nvGrpSpPr>
          <p:grpSpPr>
            <a:xfrm>
              <a:off x="-158360" y="4030992"/>
              <a:ext cx="4232325" cy="1797250"/>
              <a:chOff x="-158360" y="4030992"/>
              <a:chExt cx="4232325" cy="1797250"/>
            </a:xfrm>
          </p:grpSpPr>
          <p:pic>
            <p:nvPicPr>
              <p:cNvPr id="283" name="Google Shape;283;p28"/>
              <p:cNvPicPr preferRelativeResize="0"/>
              <p:nvPr/>
            </p:nvPicPr>
            <p:blipFill>
              <a:blip r:embed="rId3">
                <a:alphaModFix/>
              </a:blip>
              <a:stretch>
                <a:fillRect/>
              </a:stretch>
            </p:blipFill>
            <p:spPr>
              <a:xfrm rot="10800000" flipH="1">
                <a:off x="-158360" y="4030992"/>
                <a:ext cx="3336551" cy="1797250"/>
              </a:xfrm>
              <a:prstGeom prst="rect">
                <a:avLst/>
              </a:prstGeom>
              <a:noFill/>
              <a:ln>
                <a:noFill/>
              </a:ln>
            </p:spPr>
          </p:pic>
          <p:pic>
            <p:nvPicPr>
              <p:cNvPr id="284" name="Google Shape;284;p28"/>
              <p:cNvPicPr preferRelativeResize="0"/>
              <p:nvPr/>
            </p:nvPicPr>
            <p:blipFill>
              <a:blip r:embed="rId4">
                <a:alphaModFix/>
              </a:blip>
              <a:stretch>
                <a:fillRect/>
              </a:stretch>
            </p:blipFill>
            <p:spPr>
              <a:xfrm rot="10800000" flipH="1">
                <a:off x="-158360" y="4439742"/>
                <a:ext cx="4232325" cy="1338350"/>
              </a:xfrm>
              <a:prstGeom prst="rect">
                <a:avLst/>
              </a:prstGeom>
              <a:noFill/>
              <a:ln>
                <a:noFill/>
              </a:ln>
              <a:effectLst>
                <a:outerShdw blurRad="128588" dist="57150" dir="11220000" algn="bl" rotWithShape="0">
                  <a:schemeClr val="lt1">
                    <a:alpha val="25000"/>
                  </a:schemeClr>
                </a:outerShdw>
              </a:effectLst>
            </p:spPr>
          </p:pic>
        </p:grpSp>
        <p:grpSp>
          <p:nvGrpSpPr>
            <p:cNvPr id="285" name="Google Shape;285;p28"/>
            <p:cNvGrpSpPr/>
            <p:nvPr/>
          </p:nvGrpSpPr>
          <p:grpSpPr>
            <a:xfrm>
              <a:off x="4883436" y="-851467"/>
              <a:ext cx="4519251" cy="1875502"/>
              <a:chOff x="4883436" y="-851467"/>
              <a:chExt cx="4519251" cy="1875502"/>
            </a:xfrm>
          </p:grpSpPr>
          <p:pic>
            <p:nvPicPr>
              <p:cNvPr id="286" name="Google Shape;286;p28"/>
              <p:cNvPicPr preferRelativeResize="0"/>
              <p:nvPr/>
            </p:nvPicPr>
            <p:blipFill>
              <a:blip r:embed="rId3">
                <a:alphaModFix/>
              </a:blip>
              <a:stretch>
                <a:fillRect/>
              </a:stretch>
            </p:blipFill>
            <p:spPr>
              <a:xfrm flipH="1">
                <a:off x="6066136" y="-773214"/>
                <a:ext cx="3336551" cy="1797250"/>
              </a:xfrm>
              <a:prstGeom prst="rect">
                <a:avLst/>
              </a:prstGeom>
              <a:noFill/>
              <a:ln>
                <a:noFill/>
              </a:ln>
            </p:spPr>
          </p:pic>
          <p:pic>
            <p:nvPicPr>
              <p:cNvPr id="287" name="Google Shape;287;p28"/>
              <p:cNvPicPr preferRelativeResize="0"/>
              <p:nvPr/>
            </p:nvPicPr>
            <p:blipFill>
              <a:blip r:embed="rId4">
                <a:alphaModFix/>
              </a:blip>
              <a:stretch>
                <a:fillRect/>
              </a:stretch>
            </p:blipFill>
            <p:spPr>
              <a:xfrm flipH="1">
                <a:off x="4883436" y="-851467"/>
                <a:ext cx="4519251" cy="1429075"/>
              </a:xfrm>
              <a:prstGeom prst="rect">
                <a:avLst/>
              </a:prstGeom>
              <a:noFill/>
              <a:ln>
                <a:noFill/>
              </a:ln>
              <a:effectLst>
                <a:outerShdw blurRad="142875" dist="76200" dir="10800000" algn="bl" rotWithShape="0">
                  <a:schemeClr val="lt1">
                    <a:alpha val="25000"/>
                  </a:schemeClr>
                </a:outerShdw>
              </a:effectLst>
            </p:spPr>
          </p:pic>
        </p:grpSp>
      </p:grpSp>
    </p:spTree>
    <p:extLst>
      <p:ext uri="{BB962C8B-B14F-4D97-AF65-F5344CB8AC3E}">
        <p14:creationId xmlns:p14="http://schemas.microsoft.com/office/powerpoint/2010/main" val="25721437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88"/>
        <p:cNvGrpSpPr/>
        <p:nvPr/>
      </p:nvGrpSpPr>
      <p:grpSpPr>
        <a:xfrm>
          <a:off x="0" y="0"/>
          <a:ext cx="0" cy="0"/>
          <a:chOff x="0" y="0"/>
          <a:chExt cx="0" cy="0"/>
        </a:xfrm>
      </p:grpSpPr>
      <p:pic>
        <p:nvPicPr>
          <p:cNvPr id="289" name="Google Shape;289;p29"/>
          <p:cNvPicPr preferRelativeResize="0"/>
          <p:nvPr/>
        </p:nvPicPr>
        <p:blipFill>
          <a:blip r:embed="rId2">
            <a:alphaModFix/>
          </a:blip>
          <a:stretch>
            <a:fillRect/>
          </a:stretch>
        </p:blipFill>
        <p:spPr>
          <a:xfrm>
            <a:off x="0" y="0"/>
            <a:ext cx="12192000" cy="6858000"/>
          </a:xfrm>
          <a:prstGeom prst="rect">
            <a:avLst/>
          </a:prstGeom>
          <a:noFill/>
          <a:ln>
            <a:noFill/>
          </a:ln>
        </p:spPr>
      </p:pic>
      <p:grpSp>
        <p:nvGrpSpPr>
          <p:cNvPr id="290" name="Google Shape;290;p29"/>
          <p:cNvGrpSpPr/>
          <p:nvPr/>
        </p:nvGrpSpPr>
        <p:grpSpPr>
          <a:xfrm>
            <a:off x="-211146" y="-1135289"/>
            <a:ext cx="12748063" cy="8906279"/>
            <a:chOff x="-158360" y="-851467"/>
            <a:chExt cx="9561047" cy="6679709"/>
          </a:xfrm>
        </p:grpSpPr>
        <p:grpSp>
          <p:nvGrpSpPr>
            <p:cNvPr id="291" name="Google Shape;291;p29"/>
            <p:cNvGrpSpPr/>
            <p:nvPr/>
          </p:nvGrpSpPr>
          <p:grpSpPr>
            <a:xfrm>
              <a:off x="5170363" y="4030992"/>
              <a:ext cx="4232325" cy="1797250"/>
              <a:chOff x="5170363" y="4030992"/>
              <a:chExt cx="4232325" cy="1797250"/>
            </a:xfrm>
          </p:grpSpPr>
          <p:pic>
            <p:nvPicPr>
              <p:cNvPr id="292" name="Google Shape;292;p29"/>
              <p:cNvPicPr preferRelativeResize="0"/>
              <p:nvPr/>
            </p:nvPicPr>
            <p:blipFill>
              <a:blip r:embed="rId3">
                <a:alphaModFix/>
              </a:blip>
              <a:stretch>
                <a:fillRect/>
              </a:stretch>
            </p:blipFill>
            <p:spPr>
              <a:xfrm rot="10800000">
                <a:off x="6066136" y="4030992"/>
                <a:ext cx="3336551" cy="1797250"/>
              </a:xfrm>
              <a:prstGeom prst="rect">
                <a:avLst/>
              </a:prstGeom>
              <a:noFill/>
              <a:ln>
                <a:noFill/>
              </a:ln>
            </p:spPr>
          </p:pic>
          <p:pic>
            <p:nvPicPr>
              <p:cNvPr id="293" name="Google Shape;293;p29"/>
              <p:cNvPicPr preferRelativeResize="0"/>
              <p:nvPr/>
            </p:nvPicPr>
            <p:blipFill>
              <a:blip r:embed="rId4">
                <a:alphaModFix/>
              </a:blip>
              <a:stretch>
                <a:fillRect/>
              </a:stretch>
            </p:blipFill>
            <p:spPr>
              <a:xfrm rot="10800000">
                <a:off x="5170363" y="4439742"/>
                <a:ext cx="4232325" cy="1338350"/>
              </a:xfrm>
              <a:prstGeom prst="rect">
                <a:avLst/>
              </a:prstGeom>
              <a:noFill/>
              <a:ln>
                <a:noFill/>
              </a:ln>
              <a:effectLst>
                <a:outerShdw blurRad="128588" dist="57150" dir="9900000" algn="bl" rotWithShape="0">
                  <a:schemeClr val="lt1">
                    <a:alpha val="25000"/>
                  </a:schemeClr>
                </a:outerShdw>
              </a:effectLst>
            </p:spPr>
          </p:pic>
        </p:grpSp>
        <p:grpSp>
          <p:nvGrpSpPr>
            <p:cNvPr id="294" name="Google Shape;294;p29"/>
            <p:cNvGrpSpPr/>
            <p:nvPr/>
          </p:nvGrpSpPr>
          <p:grpSpPr>
            <a:xfrm>
              <a:off x="-158360" y="-851467"/>
              <a:ext cx="4519251" cy="1875502"/>
              <a:chOff x="-158360" y="-851467"/>
              <a:chExt cx="4519251" cy="1875502"/>
            </a:xfrm>
          </p:grpSpPr>
          <p:pic>
            <p:nvPicPr>
              <p:cNvPr id="295" name="Google Shape;295;p29"/>
              <p:cNvPicPr preferRelativeResize="0"/>
              <p:nvPr/>
            </p:nvPicPr>
            <p:blipFill>
              <a:blip r:embed="rId3">
                <a:alphaModFix/>
              </a:blip>
              <a:stretch>
                <a:fillRect/>
              </a:stretch>
            </p:blipFill>
            <p:spPr>
              <a:xfrm>
                <a:off x="-158360" y="-773214"/>
                <a:ext cx="3336551" cy="1797250"/>
              </a:xfrm>
              <a:prstGeom prst="rect">
                <a:avLst/>
              </a:prstGeom>
              <a:noFill/>
              <a:ln>
                <a:noFill/>
              </a:ln>
            </p:spPr>
          </p:pic>
          <p:pic>
            <p:nvPicPr>
              <p:cNvPr id="296" name="Google Shape;296;p29"/>
              <p:cNvPicPr preferRelativeResize="0"/>
              <p:nvPr/>
            </p:nvPicPr>
            <p:blipFill>
              <a:blip r:embed="rId4">
                <a:alphaModFix/>
              </a:blip>
              <a:stretch>
                <a:fillRect/>
              </a:stretch>
            </p:blipFill>
            <p:spPr>
              <a:xfrm>
                <a:off x="-158360" y="-851467"/>
                <a:ext cx="4519251" cy="1429075"/>
              </a:xfrm>
              <a:prstGeom prst="rect">
                <a:avLst/>
              </a:prstGeom>
              <a:noFill/>
              <a:ln>
                <a:noFill/>
              </a:ln>
              <a:effectLst>
                <a:outerShdw blurRad="142875" dist="76200" dir="10020000" algn="bl" rotWithShape="0">
                  <a:schemeClr val="lt1">
                    <a:alpha val="25000"/>
                  </a:schemeClr>
                </a:outerShdw>
              </a:effectLst>
            </p:spPr>
          </p:pic>
        </p:grpSp>
      </p:grpSp>
    </p:spTree>
    <p:extLst>
      <p:ext uri="{BB962C8B-B14F-4D97-AF65-F5344CB8AC3E}">
        <p14:creationId xmlns:p14="http://schemas.microsoft.com/office/powerpoint/2010/main" val="33447913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300"/>
        <p:cNvGrpSpPr/>
        <p:nvPr/>
      </p:nvGrpSpPr>
      <p:grpSpPr>
        <a:xfrm>
          <a:off x="0" y="0"/>
          <a:ext cx="0" cy="0"/>
          <a:chOff x="0" y="0"/>
          <a:chExt cx="0" cy="0"/>
        </a:xfrm>
      </p:grpSpPr>
    </p:spTree>
    <p:extLst>
      <p:ext uri="{BB962C8B-B14F-4D97-AF65-F5344CB8AC3E}">
        <p14:creationId xmlns:p14="http://schemas.microsoft.com/office/powerpoint/2010/main" val="7951780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301"/>
        <p:cNvGrpSpPr/>
        <p:nvPr/>
      </p:nvGrpSpPr>
      <p:grpSpPr>
        <a:xfrm>
          <a:off x="0" y="0"/>
          <a:ext cx="0" cy="0"/>
          <a:chOff x="0" y="0"/>
          <a:chExt cx="0" cy="0"/>
        </a:xfrm>
      </p:grpSpPr>
      <p:sp>
        <p:nvSpPr>
          <p:cNvPr id="302" name="Google Shape;302;p32"/>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1325816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10" name="Google Shape;10;p2"/>
          <p:cNvSpPr txBox="1">
            <a:spLocks noGrp="1"/>
          </p:cNvSpPr>
          <p:nvPr>
            <p:ph type="ctrTitle"/>
          </p:nvPr>
        </p:nvSpPr>
        <p:spPr>
          <a:xfrm>
            <a:off x="2103800" y="2237408"/>
            <a:ext cx="7984400" cy="17844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333" b="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1" name="Google Shape;11;p2"/>
          <p:cNvSpPr txBox="1">
            <a:spLocks noGrp="1"/>
          </p:cNvSpPr>
          <p:nvPr>
            <p:ph type="subTitle" idx="1"/>
          </p:nvPr>
        </p:nvSpPr>
        <p:spPr>
          <a:xfrm>
            <a:off x="4237933" y="4083541"/>
            <a:ext cx="3716000" cy="87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2133">
                <a:solidFill>
                  <a:schemeClr val="lt1"/>
                </a:solidFill>
                <a:latin typeface="Commissioner"/>
                <a:ea typeface="Commissioner"/>
                <a:cs typeface="Commissioner"/>
                <a:sym typeface="Commissioner"/>
              </a:defRPr>
            </a:lvl1pPr>
            <a:lvl2pPr lvl="1" algn="ctr">
              <a:lnSpc>
                <a:spcPct val="100000"/>
              </a:lnSpc>
              <a:spcBef>
                <a:spcPts val="0"/>
              </a:spcBef>
              <a:spcAft>
                <a:spcPts val="0"/>
              </a:spcAft>
              <a:buClr>
                <a:schemeClr val="dk1"/>
              </a:buClr>
              <a:buSzPts val="1800"/>
              <a:buNone/>
              <a:defRPr sz="2400">
                <a:solidFill>
                  <a:schemeClr val="dk1"/>
                </a:solidFill>
              </a:defRPr>
            </a:lvl2pPr>
            <a:lvl3pPr lvl="2" algn="ctr">
              <a:lnSpc>
                <a:spcPct val="100000"/>
              </a:lnSpc>
              <a:spcBef>
                <a:spcPts val="0"/>
              </a:spcBef>
              <a:spcAft>
                <a:spcPts val="0"/>
              </a:spcAft>
              <a:buClr>
                <a:schemeClr val="dk1"/>
              </a:buClr>
              <a:buSzPts val="1800"/>
              <a:buNone/>
              <a:defRPr sz="2400">
                <a:solidFill>
                  <a:schemeClr val="dk1"/>
                </a:solidFill>
              </a:defRPr>
            </a:lvl3pPr>
            <a:lvl4pPr lvl="3" algn="ctr">
              <a:lnSpc>
                <a:spcPct val="100000"/>
              </a:lnSpc>
              <a:spcBef>
                <a:spcPts val="0"/>
              </a:spcBef>
              <a:spcAft>
                <a:spcPts val="0"/>
              </a:spcAft>
              <a:buClr>
                <a:schemeClr val="dk1"/>
              </a:buClr>
              <a:buSzPts val="1800"/>
              <a:buNone/>
              <a:defRPr sz="2400">
                <a:solidFill>
                  <a:schemeClr val="dk1"/>
                </a:solidFill>
              </a:defRPr>
            </a:lvl4pPr>
            <a:lvl5pPr lvl="4" algn="ctr">
              <a:lnSpc>
                <a:spcPct val="100000"/>
              </a:lnSpc>
              <a:spcBef>
                <a:spcPts val="0"/>
              </a:spcBef>
              <a:spcAft>
                <a:spcPts val="0"/>
              </a:spcAft>
              <a:buClr>
                <a:schemeClr val="dk1"/>
              </a:buClr>
              <a:buSzPts val="1800"/>
              <a:buNone/>
              <a:defRPr sz="2400">
                <a:solidFill>
                  <a:schemeClr val="dk1"/>
                </a:solidFill>
              </a:defRPr>
            </a:lvl5pPr>
            <a:lvl6pPr lvl="5" algn="ctr">
              <a:lnSpc>
                <a:spcPct val="100000"/>
              </a:lnSpc>
              <a:spcBef>
                <a:spcPts val="0"/>
              </a:spcBef>
              <a:spcAft>
                <a:spcPts val="0"/>
              </a:spcAft>
              <a:buClr>
                <a:schemeClr val="dk1"/>
              </a:buClr>
              <a:buSzPts val="1800"/>
              <a:buNone/>
              <a:defRPr sz="2400">
                <a:solidFill>
                  <a:schemeClr val="dk1"/>
                </a:solidFill>
              </a:defRPr>
            </a:lvl6pPr>
            <a:lvl7pPr lvl="6" algn="ctr">
              <a:lnSpc>
                <a:spcPct val="100000"/>
              </a:lnSpc>
              <a:spcBef>
                <a:spcPts val="0"/>
              </a:spcBef>
              <a:spcAft>
                <a:spcPts val="0"/>
              </a:spcAft>
              <a:buClr>
                <a:schemeClr val="dk1"/>
              </a:buClr>
              <a:buSzPts val="1800"/>
              <a:buNone/>
              <a:defRPr sz="2400">
                <a:solidFill>
                  <a:schemeClr val="dk1"/>
                </a:solidFill>
              </a:defRPr>
            </a:lvl7pPr>
            <a:lvl8pPr lvl="7" algn="ctr">
              <a:lnSpc>
                <a:spcPct val="100000"/>
              </a:lnSpc>
              <a:spcBef>
                <a:spcPts val="0"/>
              </a:spcBef>
              <a:spcAft>
                <a:spcPts val="0"/>
              </a:spcAft>
              <a:buClr>
                <a:schemeClr val="dk1"/>
              </a:buClr>
              <a:buSzPts val="1800"/>
              <a:buNone/>
              <a:defRPr sz="2400">
                <a:solidFill>
                  <a:schemeClr val="dk1"/>
                </a:solidFill>
              </a:defRPr>
            </a:lvl8pPr>
            <a:lvl9pPr lvl="8" algn="ctr">
              <a:lnSpc>
                <a:spcPct val="100000"/>
              </a:lnSpc>
              <a:spcBef>
                <a:spcPts val="0"/>
              </a:spcBef>
              <a:spcAft>
                <a:spcPts val="0"/>
              </a:spcAft>
              <a:buClr>
                <a:schemeClr val="dk1"/>
              </a:buClr>
              <a:buSzPts val="1800"/>
              <a:buNone/>
              <a:defRPr sz="24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4502068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9"/>
        <p:cNvGrpSpPr/>
        <p:nvPr/>
      </p:nvGrpSpPr>
      <p:grpSpPr>
        <a:xfrm>
          <a:off x="0" y="0"/>
          <a:ext cx="0" cy="0"/>
          <a:chOff x="0" y="0"/>
          <a:chExt cx="0" cy="0"/>
        </a:xfrm>
      </p:grpSpPr>
      <p:sp>
        <p:nvSpPr>
          <p:cNvPr id="61" name="Google Shape;61;p8"/>
          <p:cNvSpPr txBox="1">
            <a:spLocks noGrp="1"/>
          </p:cNvSpPr>
          <p:nvPr>
            <p:ph type="title"/>
          </p:nvPr>
        </p:nvSpPr>
        <p:spPr>
          <a:xfrm>
            <a:off x="3342533" y="2072100"/>
            <a:ext cx="5506800" cy="2714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38173519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675584"/>
            <a:ext cx="9378400" cy="292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128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0967" y="4694817"/>
            <a:ext cx="6038400" cy="487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2000">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grpSp>
        <p:nvGrpSpPr>
          <p:cNvPr id="11" name="Google Shape;11;p2"/>
          <p:cNvGrpSpPr/>
          <p:nvPr/>
        </p:nvGrpSpPr>
        <p:grpSpPr>
          <a:xfrm>
            <a:off x="6373853" y="3350935"/>
            <a:ext cx="6715020" cy="5484420"/>
            <a:chOff x="4780389" y="2513201"/>
            <a:chExt cx="5036265" cy="4113315"/>
          </a:xfrm>
        </p:grpSpPr>
        <p:grpSp>
          <p:nvGrpSpPr>
            <p:cNvPr id="12" name="Google Shape;12;p2"/>
            <p:cNvGrpSpPr/>
            <p:nvPr/>
          </p:nvGrpSpPr>
          <p:grpSpPr>
            <a:xfrm>
              <a:off x="4780389" y="2513201"/>
              <a:ext cx="5036265" cy="4113315"/>
              <a:chOff x="4673664" y="2214101"/>
              <a:chExt cx="5036265" cy="4113315"/>
            </a:xfrm>
          </p:grpSpPr>
          <p:sp>
            <p:nvSpPr>
              <p:cNvPr id="13" name="Google Shape;13;p2"/>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4" name="Google Shape;14;p2"/>
              <p:cNvGrpSpPr/>
              <p:nvPr/>
            </p:nvGrpSpPr>
            <p:grpSpPr>
              <a:xfrm>
                <a:off x="4673664" y="2214101"/>
                <a:ext cx="5036265" cy="4113315"/>
                <a:chOff x="4673664" y="2214101"/>
                <a:chExt cx="5036265" cy="4113315"/>
              </a:xfrm>
            </p:grpSpPr>
            <p:grpSp>
              <p:nvGrpSpPr>
                <p:cNvPr id="15" name="Google Shape;15;p2"/>
                <p:cNvGrpSpPr/>
                <p:nvPr/>
              </p:nvGrpSpPr>
              <p:grpSpPr>
                <a:xfrm>
                  <a:off x="4673664" y="2214101"/>
                  <a:ext cx="5036265" cy="4113315"/>
                  <a:chOff x="3825164" y="427026"/>
                  <a:chExt cx="5036265" cy="4113315"/>
                </a:xfrm>
              </p:grpSpPr>
              <p:sp>
                <p:nvSpPr>
                  <p:cNvPr id="16" name="Google Shape;16;p2"/>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 name="Google Shape;17;p2"/>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 name="Google Shape;18;p2"/>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 name="Google Shape;19;p2"/>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 name="Google Shape;20;p2"/>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 name="Google Shape;21;p2"/>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 name="Google Shape;22;p2"/>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 name="Google Shape;23;p2"/>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 name="Google Shape;24;p2"/>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 name="Google Shape;25;p2"/>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 name="Google Shape;26;p2"/>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 name="Google Shape;27;p2"/>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 name="Google Shape;28;p2"/>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 name="Google Shape;29;p2"/>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 name="Google Shape;30;p2"/>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 name="Google Shape;31;p2"/>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 name="Google Shape;32;p2"/>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 name="Google Shape;33;p2"/>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 name="Google Shape;34;p2"/>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 name="Google Shape;35;p2"/>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 name="Google Shape;36;p2"/>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 name="Google Shape;37;p2"/>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 name="Google Shape;38;p2"/>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 name="Google Shape;39;p2"/>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 name="Google Shape;40;p2"/>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2"/>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 name="Google Shape;42;p2"/>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 name="Google Shape;43;p2"/>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4" name="Google Shape;44;p2"/>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 name="Google Shape;45;p2"/>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 name="Google Shape;46;p2"/>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 name="Google Shape;47;p2"/>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 name="Google Shape;48;p2"/>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 name="Google Shape;49;p2"/>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 name="Google Shape;50;p2"/>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 name="Google Shape;51;p2"/>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2" name="Google Shape;52;p2"/>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 name="Google Shape;53;p2"/>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 name="Google Shape;54;p2"/>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5" name="Google Shape;55;p2"/>
          <p:cNvGrpSpPr/>
          <p:nvPr/>
        </p:nvGrpSpPr>
        <p:grpSpPr>
          <a:xfrm>
            <a:off x="-4510047" y="-2022882"/>
            <a:ext cx="6715020" cy="5484420"/>
            <a:chOff x="4780389" y="2513201"/>
            <a:chExt cx="5036265" cy="4113315"/>
          </a:xfrm>
        </p:grpSpPr>
        <p:grpSp>
          <p:nvGrpSpPr>
            <p:cNvPr id="56" name="Google Shape;56;p2"/>
            <p:cNvGrpSpPr/>
            <p:nvPr/>
          </p:nvGrpSpPr>
          <p:grpSpPr>
            <a:xfrm>
              <a:off x="4780389" y="2513201"/>
              <a:ext cx="5036265" cy="4113315"/>
              <a:chOff x="4673664" y="2214101"/>
              <a:chExt cx="5036265" cy="4113315"/>
            </a:xfrm>
          </p:grpSpPr>
          <p:sp>
            <p:nvSpPr>
              <p:cNvPr id="57" name="Google Shape;57;p2"/>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58" name="Google Shape;58;p2"/>
              <p:cNvGrpSpPr/>
              <p:nvPr/>
            </p:nvGrpSpPr>
            <p:grpSpPr>
              <a:xfrm>
                <a:off x="4673664" y="2214101"/>
                <a:ext cx="5036265" cy="4113315"/>
                <a:chOff x="4673664" y="2214101"/>
                <a:chExt cx="5036265" cy="4113315"/>
              </a:xfrm>
            </p:grpSpPr>
            <p:grpSp>
              <p:nvGrpSpPr>
                <p:cNvPr id="59" name="Google Shape;59;p2"/>
                <p:cNvGrpSpPr/>
                <p:nvPr/>
              </p:nvGrpSpPr>
              <p:grpSpPr>
                <a:xfrm>
                  <a:off x="4673664" y="2214101"/>
                  <a:ext cx="5036265" cy="4113315"/>
                  <a:chOff x="3825164" y="427026"/>
                  <a:chExt cx="5036265" cy="4113315"/>
                </a:xfrm>
              </p:grpSpPr>
              <p:sp>
                <p:nvSpPr>
                  <p:cNvPr id="60" name="Google Shape;60;p2"/>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 name="Google Shape;61;p2"/>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 name="Google Shape;62;p2"/>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 name="Google Shape;63;p2"/>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 name="Google Shape;64;p2"/>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 name="Google Shape;65;p2"/>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 name="Google Shape;66;p2"/>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 name="Google Shape;67;p2"/>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 name="Google Shape;68;p2"/>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 name="Google Shape;69;p2"/>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 name="Google Shape;70;p2"/>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 name="Google Shape;71;p2"/>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 name="Google Shape;72;p2"/>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2"/>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 name="Google Shape;74;p2"/>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 name="Google Shape;75;p2"/>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 name="Google Shape;76;p2"/>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 name="Google Shape;77;p2"/>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 name="Google Shape;78;p2"/>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 name="Google Shape;79;p2"/>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 name="Google Shape;80;p2"/>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 name="Google Shape;81;p2"/>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 name="Google Shape;82;p2"/>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 name="Google Shape;83;p2"/>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 name="Google Shape;84;p2"/>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 name="Google Shape;85;p2"/>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 name="Google Shape;86;p2"/>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 name="Google Shape;87;p2"/>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8" name="Google Shape;88;p2"/>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 name="Google Shape;89;p2"/>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2"/>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 name="Google Shape;91;p2"/>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 name="Google Shape;92;p2"/>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 name="Google Shape;93;p2"/>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 name="Google Shape;94;p2"/>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 name="Google Shape;95;p2"/>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96" name="Google Shape;96;p2"/>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 name="Google Shape;97;p2"/>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 name="Google Shape;98;p2"/>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2627554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960000" y="3178984"/>
            <a:ext cx="9802400" cy="1122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7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01" name="Google Shape;101;p3"/>
          <p:cNvSpPr txBox="1">
            <a:spLocks noGrp="1"/>
          </p:cNvSpPr>
          <p:nvPr>
            <p:ph type="title" idx="2" hasCustomPrompt="1"/>
          </p:nvPr>
        </p:nvSpPr>
        <p:spPr>
          <a:xfrm>
            <a:off x="960000" y="1995000"/>
            <a:ext cx="1842400" cy="11224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96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2" name="Google Shape;102;p3"/>
          <p:cNvSpPr txBox="1">
            <a:spLocks noGrp="1"/>
          </p:cNvSpPr>
          <p:nvPr>
            <p:ph type="subTitle" idx="1"/>
          </p:nvPr>
        </p:nvSpPr>
        <p:spPr>
          <a:xfrm>
            <a:off x="960000" y="4363000"/>
            <a:ext cx="6756800" cy="50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0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103" name="Google Shape;103;p3"/>
          <p:cNvGrpSpPr/>
          <p:nvPr/>
        </p:nvGrpSpPr>
        <p:grpSpPr>
          <a:xfrm>
            <a:off x="6900919" y="3699702"/>
            <a:ext cx="6715020" cy="5484420"/>
            <a:chOff x="4780389" y="2513201"/>
            <a:chExt cx="5036265" cy="4113315"/>
          </a:xfrm>
        </p:grpSpPr>
        <p:grpSp>
          <p:nvGrpSpPr>
            <p:cNvPr id="104" name="Google Shape;104;p3"/>
            <p:cNvGrpSpPr/>
            <p:nvPr/>
          </p:nvGrpSpPr>
          <p:grpSpPr>
            <a:xfrm>
              <a:off x="4780389" y="2513201"/>
              <a:ext cx="5036265" cy="4113315"/>
              <a:chOff x="4673664" y="2214101"/>
              <a:chExt cx="5036265" cy="4113315"/>
            </a:xfrm>
          </p:grpSpPr>
          <p:sp>
            <p:nvSpPr>
              <p:cNvPr id="105" name="Google Shape;105;p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06" name="Google Shape;106;p3"/>
              <p:cNvGrpSpPr/>
              <p:nvPr/>
            </p:nvGrpSpPr>
            <p:grpSpPr>
              <a:xfrm>
                <a:off x="4673664" y="2214101"/>
                <a:ext cx="5036265" cy="4113315"/>
                <a:chOff x="4673664" y="2214101"/>
                <a:chExt cx="5036265" cy="4113315"/>
              </a:xfrm>
            </p:grpSpPr>
            <p:grpSp>
              <p:nvGrpSpPr>
                <p:cNvPr id="107" name="Google Shape;107;p3"/>
                <p:cNvGrpSpPr/>
                <p:nvPr/>
              </p:nvGrpSpPr>
              <p:grpSpPr>
                <a:xfrm>
                  <a:off x="4673664" y="2214101"/>
                  <a:ext cx="5036265" cy="4113315"/>
                  <a:chOff x="3825164" y="427026"/>
                  <a:chExt cx="5036265" cy="4113315"/>
                </a:xfrm>
              </p:grpSpPr>
              <p:sp>
                <p:nvSpPr>
                  <p:cNvPr id="108" name="Google Shape;108;p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 name="Google Shape;109;p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 name="Google Shape;110;p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 name="Google Shape;111;p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 name="Google Shape;112;p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 name="Google Shape;113;p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 name="Google Shape;114;p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 name="Google Shape;115;p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 name="Google Shape;116;p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 name="Google Shape;117;p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 name="Google Shape;118;p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 name="Google Shape;119;p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 name="Google Shape;120;p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 name="Google Shape;121;p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 name="Google Shape;122;p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 name="Google Shape;123;p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 name="Google Shape;124;p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 name="Google Shape;125;p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 name="Google Shape;126;p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 name="Google Shape;127;p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 name="Google Shape;129;p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 name="Google Shape;130;p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 name="Google Shape;131;p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 name="Google Shape;132;p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 name="Google Shape;134;p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 name="Google Shape;135;p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36" name="Google Shape;136;p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 name="Google Shape;137;p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 name="Google Shape;138;p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 name="Google Shape;139;p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0" name="Google Shape;140;p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1" name="Google Shape;141;p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 name="Google Shape;142;p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 name="Google Shape;143;p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44" name="Google Shape;144;p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 name="Google Shape;145;p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7" name="Google Shape;147;p3"/>
          <p:cNvGrpSpPr/>
          <p:nvPr/>
        </p:nvGrpSpPr>
        <p:grpSpPr>
          <a:xfrm>
            <a:off x="3935453" y="-3610382"/>
            <a:ext cx="6715020" cy="5484420"/>
            <a:chOff x="4780389" y="2513201"/>
            <a:chExt cx="5036265" cy="4113315"/>
          </a:xfrm>
        </p:grpSpPr>
        <p:grpSp>
          <p:nvGrpSpPr>
            <p:cNvPr id="148" name="Google Shape;148;p3"/>
            <p:cNvGrpSpPr/>
            <p:nvPr/>
          </p:nvGrpSpPr>
          <p:grpSpPr>
            <a:xfrm>
              <a:off x="4780389" y="2513201"/>
              <a:ext cx="5036265" cy="4113315"/>
              <a:chOff x="4673664" y="2214101"/>
              <a:chExt cx="5036265" cy="4113315"/>
            </a:xfrm>
          </p:grpSpPr>
          <p:sp>
            <p:nvSpPr>
              <p:cNvPr id="149" name="Google Shape;149;p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50" name="Google Shape;150;p3"/>
              <p:cNvGrpSpPr/>
              <p:nvPr/>
            </p:nvGrpSpPr>
            <p:grpSpPr>
              <a:xfrm>
                <a:off x="4673664" y="2214101"/>
                <a:ext cx="5036265" cy="4113315"/>
                <a:chOff x="4673664" y="2214101"/>
                <a:chExt cx="5036265" cy="4113315"/>
              </a:xfrm>
            </p:grpSpPr>
            <p:grpSp>
              <p:nvGrpSpPr>
                <p:cNvPr id="151" name="Google Shape;151;p3"/>
                <p:cNvGrpSpPr/>
                <p:nvPr/>
              </p:nvGrpSpPr>
              <p:grpSpPr>
                <a:xfrm>
                  <a:off x="4673664" y="2214101"/>
                  <a:ext cx="5036265" cy="4113315"/>
                  <a:chOff x="3825164" y="427026"/>
                  <a:chExt cx="5036265" cy="4113315"/>
                </a:xfrm>
              </p:grpSpPr>
              <p:sp>
                <p:nvSpPr>
                  <p:cNvPr id="152" name="Google Shape;152;p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 name="Google Shape;153;p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 name="Google Shape;154;p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 name="Google Shape;156;p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 name="Google Shape;157;p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 name="Google Shape;158;p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 name="Google Shape;159;p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 name="Google Shape;160;p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 name="Google Shape;161;p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 name="Google Shape;162;p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 name="Google Shape;163;p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 name="Google Shape;164;p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5" name="Google Shape;165;p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 name="Google Shape;166;p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 name="Google Shape;167;p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 name="Google Shape;168;p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 name="Google Shape;169;p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 name="Google Shape;170;p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 name="Google Shape;171;p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 name="Google Shape;172;p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 name="Google Shape;173;p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 name="Google Shape;174;p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 name="Google Shape;175;p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 name="Google Shape;176;p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 name="Google Shape;177;p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 name="Google Shape;178;p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 name="Google Shape;179;p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80" name="Google Shape;180;p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 name="Google Shape;181;p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 name="Google Shape;182;p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 name="Google Shape;183;p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4" name="Google Shape;184;p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5" name="Google Shape;185;p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6" name="Google Shape;186;p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7" name="Google Shape;187;p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88" name="Google Shape;188;p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9" name="Google Shape;189;p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0" name="Google Shape;190;p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015041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1"/>
        <p:cNvGrpSpPr/>
        <p:nvPr/>
      </p:nvGrpSpPr>
      <p:grpSpPr>
        <a:xfrm>
          <a:off x="0" y="0"/>
          <a:ext cx="0" cy="0"/>
          <a:chOff x="0" y="0"/>
          <a:chExt cx="0" cy="0"/>
        </a:xfrm>
      </p:grpSpPr>
      <p:sp>
        <p:nvSpPr>
          <p:cNvPr id="192" name="Google Shape;192;p4"/>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193" name="Google Shape;193;p4"/>
          <p:cNvSpPr txBox="1">
            <a:spLocks noGrp="1"/>
          </p:cNvSpPr>
          <p:nvPr>
            <p:ph type="body" idx="1"/>
          </p:nvPr>
        </p:nvSpPr>
        <p:spPr>
          <a:xfrm>
            <a:off x="960000" y="1621000"/>
            <a:ext cx="5301200" cy="21764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chemeClr val="dk2"/>
              </a:buClr>
              <a:buSzPts val="1400"/>
              <a:buFont typeface="Montserrat Light"/>
              <a:buChar char="◆"/>
              <a:defRPr/>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pPr lvl="0"/>
            <a:r>
              <a:rPr lang="en-US"/>
              <a:t>Click to edit Master text styles</a:t>
            </a:r>
          </a:p>
        </p:txBody>
      </p:sp>
      <p:grpSp>
        <p:nvGrpSpPr>
          <p:cNvPr id="194" name="Google Shape;194;p4"/>
          <p:cNvGrpSpPr/>
          <p:nvPr/>
        </p:nvGrpSpPr>
        <p:grpSpPr>
          <a:xfrm>
            <a:off x="11138688" y="-511825"/>
            <a:ext cx="1794768" cy="2485152"/>
            <a:chOff x="8354016" y="-383869"/>
            <a:chExt cx="1346076" cy="1863864"/>
          </a:xfrm>
        </p:grpSpPr>
        <p:sp>
          <p:nvSpPr>
            <p:cNvPr id="195" name="Google Shape;195;p4"/>
            <p:cNvSpPr/>
            <p:nvPr/>
          </p:nvSpPr>
          <p:spPr>
            <a:xfrm rot="10515695" flipH="1">
              <a:off x="8395243" y="733309"/>
              <a:ext cx="650146" cy="721066"/>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6" name="Google Shape;196;p4"/>
            <p:cNvSpPr/>
            <p:nvPr/>
          </p:nvSpPr>
          <p:spPr>
            <a:xfrm rot="10515695" flipH="1">
              <a:off x="9021249" y="726033"/>
              <a:ext cx="650171" cy="721091"/>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7" name="Google Shape;197;p4"/>
            <p:cNvSpPr/>
            <p:nvPr/>
          </p:nvSpPr>
          <p:spPr>
            <a:xfrm rot="10515695" flipH="1">
              <a:off x="8701969" y="187519"/>
              <a:ext cx="650171" cy="721066"/>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8" name="Google Shape;198;p4"/>
            <p:cNvSpPr/>
            <p:nvPr/>
          </p:nvSpPr>
          <p:spPr>
            <a:xfrm rot="10515695" flipH="1">
              <a:off x="8382688" y="-351019"/>
              <a:ext cx="650146" cy="721066"/>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9" name="Google Shape;199;p4"/>
            <p:cNvSpPr/>
            <p:nvPr/>
          </p:nvSpPr>
          <p:spPr>
            <a:xfrm rot="10515695" flipH="1">
              <a:off x="9008695" y="-358246"/>
              <a:ext cx="650196" cy="721041"/>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0" name="Google Shape;200;p4"/>
            <p:cNvSpPr/>
            <p:nvPr/>
          </p:nvSpPr>
          <p:spPr>
            <a:xfrm rot="10515695" flipH="1">
              <a:off x="8988036" y="-202011"/>
              <a:ext cx="57070" cy="57045"/>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1" name="Google Shape;201;p4"/>
            <p:cNvSpPr/>
            <p:nvPr/>
          </p:nvSpPr>
          <p:spPr>
            <a:xfrm rot="10515695" flipH="1">
              <a:off x="9613745" y="157614"/>
              <a:ext cx="57045" cy="57070"/>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2" name="Google Shape;202;p4"/>
            <p:cNvSpPr/>
            <p:nvPr/>
          </p:nvSpPr>
          <p:spPr>
            <a:xfrm rot="10515695" flipH="1">
              <a:off x="9310934" y="707797"/>
              <a:ext cx="57020" cy="57070"/>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6776083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3"/>
        <p:cNvGrpSpPr/>
        <p:nvPr/>
      </p:nvGrpSpPr>
      <p:grpSpPr>
        <a:xfrm>
          <a:off x="0" y="0"/>
          <a:ext cx="0" cy="0"/>
          <a:chOff x="0" y="0"/>
          <a:chExt cx="0" cy="0"/>
        </a:xfrm>
      </p:grpSpPr>
      <p:sp>
        <p:nvSpPr>
          <p:cNvPr id="204" name="Google Shape;204;p5"/>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205" name="Google Shape;205;p5"/>
          <p:cNvSpPr txBox="1">
            <a:spLocks noGrp="1"/>
          </p:cNvSpPr>
          <p:nvPr>
            <p:ph type="subTitle" idx="1"/>
          </p:nvPr>
        </p:nvSpPr>
        <p:spPr>
          <a:xfrm>
            <a:off x="6740251" y="4246691"/>
            <a:ext cx="3340800" cy="149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06" name="Google Shape;206;p5"/>
          <p:cNvSpPr txBox="1">
            <a:spLocks noGrp="1"/>
          </p:cNvSpPr>
          <p:nvPr>
            <p:ph type="subTitle" idx="2"/>
          </p:nvPr>
        </p:nvSpPr>
        <p:spPr>
          <a:xfrm>
            <a:off x="2110951" y="4246663"/>
            <a:ext cx="3340800" cy="14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07" name="Google Shape;207;p5"/>
          <p:cNvSpPr txBox="1">
            <a:spLocks noGrp="1"/>
          </p:cNvSpPr>
          <p:nvPr>
            <p:ph type="subTitle" idx="3"/>
          </p:nvPr>
        </p:nvSpPr>
        <p:spPr>
          <a:xfrm>
            <a:off x="6740251" y="3637121"/>
            <a:ext cx="33408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208" name="Google Shape;208;p5"/>
          <p:cNvSpPr txBox="1">
            <a:spLocks noGrp="1"/>
          </p:cNvSpPr>
          <p:nvPr>
            <p:ph type="subTitle" idx="4"/>
          </p:nvPr>
        </p:nvSpPr>
        <p:spPr>
          <a:xfrm>
            <a:off x="2110951" y="3637121"/>
            <a:ext cx="33408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209" name="Google Shape;209;p5"/>
          <p:cNvGrpSpPr/>
          <p:nvPr/>
        </p:nvGrpSpPr>
        <p:grpSpPr>
          <a:xfrm>
            <a:off x="9895390" y="-677275"/>
            <a:ext cx="3376967" cy="2509000"/>
            <a:chOff x="7221517" y="-507956"/>
            <a:chExt cx="2532725" cy="1881750"/>
          </a:xfrm>
        </p:grpSpPr>
        <p:sp>
          <p:nvSpPr>
            <p:cNvPr id="210" name="Google Shape;210;p5"/>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1" name="Google Shape;211;p5"/>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2" name="Google Shape;212;p5"/>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3" name="Google Shape;213;p5"/>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4" name="Google Shape;214;p5"/>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5" name="Google Shape;215;p5"/>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6" name="Google Shape;216;p5"/>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7" name="Google Shape;217;p5"/>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8" name="Google Shape;218;p5"/>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9" name="Google Shape;219;p5"/>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0" name="Google Shape;220;p5"/>
          <p:cNvGrpSpPr/>
          <p:nvPr/>
        </p:nvGrpSpPr>
        <p:grpSpPr>
          <a:xfrm>
            <a:off x="-1179010" y="5456825"/>
            <a:ext cx="3376967" cy="2509000"/>
            <a:chOff x="7221517" y="-507956"/>
            <a:chExt cx="2532725" cy="1881750"/>
          </a:xfrm>
        </p:grpSpPr>
        <p:sp>
          <p:nvSpPr>
            <p:cNvPr id="221" name="Google Shape;221;p5"/>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2" name="Google Shape;222;p5"/>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3" name="Google Shape;223;p5"/>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4" name="Google Shape;224;p5"/>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5" name="Google Shape;225;p5"/>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6" name="Google Shape;226;p5"/>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7" name="Google Shape;227;p5"/>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8" name="Google Shape;228;p5"/>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9" name="Google Shape;229;p5"/>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0" name="Google Shape;230;p5"/>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3343216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1"/>
        <p:cNvGrpSpPr/>
        <p:nvPr/>
      </p:nvGrpSpPr>
      <p:grpSpPr>
        <a:xfrm>
          <a:off x="0" y="0"/>
          <a:ext cx="0" cy="0"/>
          <a:chOff x="0" y="0"/>
          <a:chExt cx="0" cy="0"/>
        </a:xfrm>
      </p:grpSpPr>
      <p:sp>
        <p:nvSpPr>
          <p:cNvPr id="232" name="Google Shape;232;p6"/>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grpSp>
        <p:nvGrpSpPr>
          <p:cNvPr id="233" name="Google Shape;233;p6"/>
          <p:cNvGrpSpPr/>
          <p:nvPr/>
        </p:nvGrpSpPr>
        <p:grpSpPr>
          <a:xfrm>
            <a:off x="11138663" y="-511859"/>
            <a:ext cx="1794804" cy="2485187"/>
            <a:chOff x="8353997" y="-383894"/>
            <a:chExt cx="1346103" cy="1863890"/>
          </a:xfrm>
        </p:grpSpPr>
        <p:sp>
          <p:nvSpPr>
            <p:cNvPr id="234" name="Google Shape;234;p6"/>
            <p:cNvSpPr/>
            <p:nvPr/>
          </p:nvSpPr>
          <p:spPr>
            <a:xfrm rot="10515604" flipH="1">
              <a:off x="8395233" y="733291"/>
              <a:ext cx="650155" cy="721075"/>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5" name="Google Shape;235;p6"/>
            <p:cNvSpPr/>
            <p:nvPr/>
          </p:nvSpPr>
          <p:spPr>
            <a:xfrm rot="10515604" flipH="1">
              <a:off x="9021238" y="726016"/>
              <a:ext cx="650180" cy="721100"/>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6" name="Google Shape;236;p6"/>
            <p:cNvSpPr/>
            <p:nvPr/>
          </p:nvSpPr>
          <p:spPr>
            <a:xfrm rot="10515604" flipH="1">
              <a:off x="8701958" y="187502"/>
              <a:ext cx="650180" cy="721075"/>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7" name="Google Shape;237;p6"/>
            <p:cNvSpPr/>
            <p:nvPr/>
          </p:nvSpPr>
          <p:spPr>
            <a:xfrm rot="10515604" flipH="1">
              <a:off x="8382677" y="-351036"/>
              <a:ext cx="650155" cy="721075"/>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8" name="Google Shape;238;p6"/>
            <p:cNvSpPr/>
            <p:nvPr/>
          </p:nvSpPr>
          <p:spPr>
            <a:xfrm rot="10515604" flipH="1">
              <a:off x="9008685" y="-358263"/>
              <a:ext cx="650205" cy="721050"/>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9" name="Google Shape;239;p6"/>
            <p:cNvSpPr/>
            <p:nvPr/>
          </p:nvSpPr>
          <p:spPr>
            <a:xfrm rot="10515604" flipH="1">
              <a:off x="8988035" y="-202012"/>
              <a:ext cx="57071" cy="57046"/>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6"/>
            <p:cNvSpPr/>
            <p:nvPr/>
          </p:nvSpPr>
          <p:spPr>
            <a:xfrm rot="10515604" flipH="1">
              <a:off x="9613745" y="157612"/>
              <a:ext cx="57046" cy="57071"/>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6"/>
            <p:cNvSpPr/>
            <p:nvPr/>
          </p:nvSpPr>
          <p:spPr>
            <a:xfrm rot="10515604" flipH="1">
              <a:off x="9310934" y="707795"/>
              <a:ext cx="57021" cy="57071"/>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42" name="Google Shape;242;p6"/>
          <p:cNvSpPr/>
          <p:nvPr/>
        </p:nvSpPr>
        <p:spPr>
          <a:xfrm rot="10515604" flipH="1">
            <a:off x="11150312" y="-267505"/>
            <a:ext cx="76061" cy="76061"/>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0727594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43"/>
        <p:cNvGrpSpPr/>
        <p:nvPr/>
      </p:nvGrpSpPr>
      <p:grpSpPr>
        <a:xfrm>
          <a:off x="0" y="0"/>
          <a:ext cx="0" cy="0"/>
          <a:chOff x="0" y="0"/>
          <a:chExt cx="0" cy="0"/>
        </a:xfrm>
      </p:grpSpPr>
      <p:sp>
        <p:nvSpPr>
          <p:cNvPr id="244" name="Google Shape;244;p7"/>
          <p:cNvSpPr txBox="1">
            <a:spLocks noGrp="1"/>
          </p:cNvSpPr>
          <p:nvPr>
            <p:ph type="title"/>
          </p:nvPr>
        </p:nvSpPr>
        <p:spPr>
          <a:xfrm>
            <a:off x="5514633" y="2343867"/>
            <a:ext cx="57264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245" name="Google Shape;245;p7"/>
          <p:cNvSpPr txBox="1">
            <a:spLocks noGrp="1"/>
          </p:cNvSpPr>
          <p:nvPr>
            <p:ph type="subTitle" idx="1"/>
          </p:nvPr>
        </p:nvSpPr>
        <p:spPr>
          <a:xfrm>
            <a:off x="5514633" y="3107467"/>
            <a:ext cx="5726400" cy="163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grpSp>
        <p:nvGrpSpPr>
          <p:cNvPr id="246" name="Google Shape;246;p7"/>
          <p:cNvGrpSpPr/>
          <p:nvPr/>
        </p:nvGrpSpPr>
        <p:grpSpPr>
          <a:xfrm>
            <a:off x="7305153" y="2742269"/>
            <a:ext cx="6715020" cy="5484420"/>
            <a:chOff x="4780389" y="2513201"/>
            <a:chExt cx="5036265" cy="4113315"/>
          </a:xfrm>
        </p:grpSpPr>
        <p:grpSp>
          <p:nvGrpSpPr>
            <p:cNvPr id="247" name="Google Shape;247;p7"/>
            <p:cNvGrpSpPr/>
            <p:nvPr/>
          </p:nvGrpSpPr>
          <p:grpSpPr>
            <a:xfrm>
              <a:off x="4780389" y="2513201"/>
              <a:ext cx="5036265" cy="4113315"/>
              <a:chOff x="4673664" y="2214101"/>
              <a:chExt cx="5036265" cy="4113315"/>
            </a:xfrm>
          </p:grpSpPr>
          <p:sp>
            <p:nvSpPr>
              <p:cNvPr id="248" name="Google Shape;248;p7"/>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49" name="Google Shape;249;p7"/>
              <p:cNvGrpSpPr/>
              <p:nvPr/>
            </p:nvGrpSpPr>
            <p:grpSpPr>
              <a:xfrm>
                <a:off x="4673664" y="2214101"/>
                <a:ext cx="5036265" cy="4113315"/>
                <a:chOff x="4673664" y="2214101"/>
                <a:chExt cx="5036265" cy="4113315"/>
              </a:xfrm>
            </p:grpSpPr>
            <p:grpSp>
              <p:nvGrpSpPr>
                <p:cNvPr id="250" name="Google Shape;250;p7"/>
                <p:cNvGrpSpPr/>
                <p:nvPr/>
              </p:nvGrpSpPr>
              <p:grpSpPr>
                <a:xfrm>
                  <a:off x="4673664" y="2214101"/>
                  <a:ext cx="5036265" cy="4113315"/>
                  <a:chOff x="3825164" y="427026"/>
                  <a:chExt cx="5036265" cy="4113315"/>
                </a:xfrm>
              </p:grpSpPr>
              <p:sp>
                <p:nvSpPr>
                  <p:cNvPr id="251" name="Google Shape;251;p7"/>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7"/>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3" name="Google Shape;253;p7"/>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4" name="Google Shape;254;p7"/>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7"/>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7"/>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7"/>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8" name="Google Shape;258;p7"/>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7"/>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7"/>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7"/>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7"/>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7"/>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7"/>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5" name="Google Shape;265;p7"/>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7"/>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7"/>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7"/>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7"/>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7"/>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1" name="Google Shape;271;p7"/>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2" name="Google Shape;272;p7"/>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3" name="Google Shape;273;p7"/>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4" name="Google Shape;274;p7"/>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5" name="Google Shape;275;p7"/>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6" name="Google Shape;276;p7"/>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7" name="Google Shape;277;p7"/>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7"/>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79" name="Google Shape;279;p7"/>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0" name="Google Shape;280;p7"/>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1" name="Google Shape;281;p7"/>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7"/>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7"/>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7"/>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5" name="Google Shape;285;p7"/>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6" name="Google Shape;286;p7"/>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87" name="Google Shape;287;p7"/>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7"/>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9" name="Google Shape;289;p7"/>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90" name="Google Shape;290;p7"/>
          <p:cNvGrpSpPr/>
          <p:nvPr/>
        </p:nvGrpSpPr>
        <p:grpSpPr>
          <a:xfrm>
            <a:off x="-171114" y="-3355015"/>
            <a:ext cx="6715020" cy="5484420"/>
            <a:chOff x="4780389" y="2513201"/>
            <a:chExt cx="5036265" cy="4113315"/>
          </a:xfrm>
        </p:grpSpPr>
        <p:grpSp>
          <p:nvGrpSpPr>
            <p:cNvPr id="291" name="Google Shape;291;p7"/>
            <p:cNvGrpSpPr/>
            <p:nvPr/>
          </p:nvGrpSpPr>
          <p:grpSpPr>
            <a:xfrm>
              <a:off x="4780389" y="2513201"/>
              <a:ext cx="5036265" cy="4113315"/>
              <a:chOff x="4673664" y="2214101"/>
              <a:chExt cx="5036265" cy="4113315"/>
            </a:xfrm>
          </p:grpSpPr>
          <p:sp>
            <p:nvSpPr>
              <p:cNvPr id="292" name="Google Shape;292;p7"/>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93" name="Google Shape;293;p7"/>
              <p:cNvGrpSpPr/>
              <p:nvPr/>
            </p:nvGrpSpPr>
            <p:grpSpPr>
              <a:xfrm>
                <a:off x="4673664" y="2214101"/>
                <a:ext cx="5036265" cy="4113315"/>
                <a:chOff x="4673664" y="2214101"/>
                <a:chExt cx="5036265" cy="4113315"/>
              </a:xfrm>
            </p:grpSpPr>
            <p:grpSp>
              <p:nvGrpSpPr>
                <p:cNvPr id="294" name="Google Shape;294;p7"/>
                <p:cNvGrpSpPr/>
                <p:nvPr/>
              </p:nvGrpSpPr>
              <p:grpSpPr>
                <a:xfrm>
                  <a:off x="4673664" y="2214101"/>
                  <a:ext cx="5036265" cy="4113315"/>
                  <a:chOff x="3825164" y="427026"/>
                  <a:chExt cx="5036265" cy="4113315"/>
                </a:xfrm>
              </p:grpSpPr>
              <p:sp>
                <p:nvSpPr>
                  <p:cNvPr id="295" name="Google Shape;295;p7"/>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7"/>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7"/>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7"/>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9" name="Google Shape;299;p7"/>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7"/>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1" name="Google Shape;301;p7"/>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2" name="Google Shape;302;p7"/>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3" name="Google Shape;303;p7"/>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4" name="Google Shape;304;p7"/>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5" name="Google Shape;305;p7"/>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6" name="Google Shape;306;p7"/>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7" name="Google Shape;307;p7"/>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8" name="Google Shape;308;p7"/>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9" name="Google Shape;309;p7"/>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0" name="Google Shape;310;p7"/>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7"/>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7"/>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7"/>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7"/>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7"/>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6" name="Google Shape;316;p7"/>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7" name="Google Shape;317;p7"/>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8" name="Google Shape;318;p7"/>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7"/>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0" name="Google Shape;320;p7"/>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1" name="Google Shape;321;p7"/>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2" name="Google Shape;322;p7"/>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23" name="Google Shape;323;p7"/>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4" name="Google Shape;324;p7"/>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5" name="Google Shape;325;p7"/>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6" name="Google Shape;326;p7"/>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7" name="Google Shape;327;p7"/>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8" name="Google Shape;328;p7"/>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7"/>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7"/>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331" name="Google Shape;331;p7"/>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2" name="Google Shape;332;p7"/>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7"/>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0858111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34"/>
        <p:cNvGrpSpPr/>
        <p:nvPr/>
      </p:nvGrpSpPr>
      <p:grpSpPr>
        <a:xfrm>
          <a:off x="0" y="0"/>
          <a:ext cx="0" cy="0"/>
          <a:chOff x="0" y="0"/>
          <a:chExt cx="0" cy="0"/>
        </a:xfrm>
      </p:grpSpPr>
      <p:sp>
        <p:nvSpPr>
          <p:cNvPr id="335" name="Google Shape;335;p8"/>
          <p:cNvSpPr txBox="1">
            <a:spLocks noGrp="1"/>
          </p:cNvSpPr>
          <p:nvPr>
            <p:ph type="title"/>
          </p:nvPr>
        </p:nvSpPr>
        <p:spPr>
          <a:xfrm>
            <a:off x="1257400" y="1742800"/>
            <a:ext cx="9677200" cy="337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1466"/>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336" name="Google Shape;336;p8"/>
          <p:cNvGrpSpPr/>
          <p:nvPr/>
        </p:nvGrpSpPr>
        <p:grpSpPr>
          <a:xfrm>
            <a:off x="7305153" y="2742269"/>
            <a:ext cx="6715020" cy="5484420"/>
            <a:chOff x="4780389" y="2513201"/>
            <a:chExt cx="5036265" cy="4113315"/>
          </a:xfrm>
        </p:grpSpPr>
        <p:grpSp>
          <p:nvGrpSpPr>
            <p:cNvPr id="337" name="Google Shape;337;p8"/>
            <p:cNvGrpSpPr/>
            <p:nvPr/>
          </p:nvGrpSpPr>
          <p:grpSpPr>
            <a:xfrm>
              <a:off x="4780389" y="2513201"/>
              <a:ext cx="5036265" cy="4113315"/>
              <a:chOff x="4673664" y="2214101"/>
              <a:chExt cx="5036265" cy="4113315"/>
            </a:xfrm>
          </p:grpSpPr>
          <p:sp>
            <p:nvSpPr>
              <p:cNvPr id="338" name="Google Shape;338;p8"/>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39" name="Google Shape;339;p8"/>
              <p:cNvGrpSpPr/>
              <p:nvPr/>
            </p:nvGrpSpPr>
            <p:grpSpPr>
              <a:xfrm>
                <a:off x="4673664" y="2214101"/>
                <a:ext cx="5036265" cy="4113315"/>
                <a:chOff x="4673664" y="2214101"/>
                <a:chExt cx="5036265" cy="4113315"/>
              </a:xfrm>
            </p:grpSpPr>
            <p:grpSp>
              <p:nvGrpSpPr>
                <p:cNvPr id="340" name="Google Shape;340;p8"/>
                <p:cNvGrpSpPr/>
                <p:nvPr/>
              </p:nvGrpSpPr>
              <p:grpSpPr>
                <a:xfrm>
                  <a:off x="4673664" y="2214101"/>
                  <a:ext cx="5036265" cy="4113315"/>
                  <a:chOff x="3825164" y="427026"/>
                  <a:chExt cx="5036265" cy="4113315"/>
                </a:xfrm>
              </p:grpSpPr>
              <p:sp>
                <p:nvSpPr>
                  <p:cNvPr id="341" name="Google Shape;341;p8"/>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8"/>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8"/>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8"/>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5" name="Google Shape;345;p8"/>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8"/>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7" name="Google Shape;347;p8"/>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8" name="Google Shape;348;p8"/>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9" name="Google Shape;349;p8"/>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0" name="Google Shape;350;p8"/>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1" name="Google Shape;351;p8"/>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2" name="Google Shape;352;p8"/>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3" name="Google Shape;353;p8"/>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4" name="Google Shape;354;p8"/>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5" name="Google Shape;355;p8"/>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6" name="Google Shape;356;p8"/>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7" name="Google Shape;357;p8"/>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8" name="Google Shape;358;p8"/>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9" name="Google Shape;359;p8"/>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0" name="Google Shape;360;p8"/>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1" name="Google Shape;361;p8"/>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2" name="Google Shape;362;p8"/>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3" name="Google Shape;363;p8"/>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4" name="Google Shape;364;p8"/>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5" name="Google Shape;365;p8"/>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6" name="Google Shape;366;p8"/>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7" name="Google Shape;367;p8"/>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8" name="Google Shape;368;p8"/>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69" name="Google Shape;369;p8"/>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0" name="Google Shape;370;p8"/>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1" name="Google Shape;371;p8"/>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8"/>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3" name="Google Shape;373;p8"/>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4" name="Google Shape;374;p8"/>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5" name="Google Shape;375;p8"/>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6" name="Google Shape;376;p8"/>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377" name="Google Shape;377;p8"/>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8" name="Google Shape;378;p8"/>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9" name="Google Shape;379;p8"/>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80" name="Google Shape;380;p8"/>
          <p:cNvGrpSpPr/>
          <p:nvPr/>
        </p:nvGrpSpPr>
        <p:grpSpPr>
          <a:xfrm>
            <a:off x="-171114" y="-3355015"/>
            <a:ext cx="6715020" cy="5484420"/>
            <a:chOff x="4780389" y="2513201"/>
            <a:chExt cx="5036265" cy="4113315"/>
          </a:xfrm>
        </p:grpSpPr>
        <p:grpSp>
          <p:nvGrpSpPr>
            <p:cNvPr id="381" name="Google Shape;381;p8"/>
            <p:cNvGrpSpPr/>
            <p:nvPr/>
          </p:nvGrpSpPr>
          <p:grpSpPr>
            <a:xfrm>
              <a:off x="4780389" y="2513201"/>
              <a:ext cx="5036265" cy="4113315"/>
              <a:chOff x="4673664" y="2214101"/>
              <a:chExt cx="5036265" cy="4113315"/>
            </a:xfrm>
          </p:grpSpPr>
          <p:sp>
            <p:nvSpPr>
              <p:cNvPr id="382" name="Google Shape;382;p8"/>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83" name="Google Shape;383;p8"/>
              <p:cNvGrpSpPr/>
              <p:nvPr/>
            </p:nvGrpSpPr>
            <p:grpSpPr>
              <a:xfrm>
                <a:off x="4673664" y="2214101"/>
                <a:ext cx="5036265" cy="4113315"/>
                <a:chOff x="4673664" y="2214101"/>
                <a:chExt cx="5036265" cy="4113315"/>
              </a:xfrm>
            </p:grpSpPr>
            <p:grpSp>
              <p:nvGrpSpPr>
                <p:cNvPr id="384" name="Google Shape;384;p8"/>
                <p:cNvGrpSpPr/>
                <p:nvPr/>
              </p:nvGrpSpPr>
              <p:grpSpPr>
                <a:xfrm>
                  <a:off x="4673664" y="2214101"/>
                  <a:ext cx="5036265" cy="4113315"/>
                  <a:chOff x="3825164" y="427026"/>
                  <a:chExt cx="5036265" cy="4113315"/>
                </a:xfrm>
              </p:grpSpPr>
              <p:sp>
                <p:nvSpPr>
                  <p:cNvPr id="385" name="Google Shape;385;p8"/>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8"/>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7" name="Google Shape;387;p8"/>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8" name="Google Shape;388;p8"/>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9" name="Google Shape;389;p8"/>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8"/>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8"/>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8"/>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3" name="Google Shape;393;p8"/>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4" name="Google Shape;394;p8"/>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8"/>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6" name="Google Shape;396;p8"/>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7" name="Google Shape;397;p8"/>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8" name="Google Shape;398;p8"/>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9" name="Google Shape;399;p8"/>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0" name="Google Shape;400;p8"/>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1" name="Google Shape;401;p8"/>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2" name="Google Shape;402;p8"/>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8"/>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4" name="Google Shape;404;p8"/>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5" name="Google Shape;405;p8"/>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6" name="Google Shape;406;p8"/>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7" name="Google Shape;407;p8"/>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8" name="Google Shape;408;p8"/>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9" name="Google Shape;409;p8"/>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8"/>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1" name="Google Shape;411;p8"/>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2" name="Google Shape;412;p8"/>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13" name="Google Shape;413;p8"/>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4" name="Google Shape;414;p8"/>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5" name="Google Shape;415;p8"/>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8"/>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8"/>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8"/>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9" name="Google Shape;419;p8"/>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0" name="Google Shape;420;p8"/>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421" name="Google Shape;421;p8"/>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2" name="Google Shape;422;p8"/>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3" name="Google Shape;423;p8"/>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5148979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24"/>
        <p:cNvGrpSpPr/>
        <p:nvPr/>
      </p:nvGrpSpPr>
      <p:grpSpPr>
        <a:xfrm>
          <a:off x="0" y="0"/>
          <a:ext cx="0" cy="0"/>
          <a:chOff x="0" y="0"/>
          <a:chExt cx="0" cy="0"/>
        </a:xfrm>
      </p:grpSpPr>
      <p:sp>
        <p:nvSpPr>
          <p:cNvPr id="425" name="Google Shape;425;p9"/>
          <p:cNvSpPr txBox="1">
            <a:spLocks noGrp="1"/>
          </p:cNvSpPr>
          <p:nvPr>
            <p:ph type="title"/>
          </p:nvPr>
        </p:nvSpPr>
        <p:spPr>
          <a:xfrm>
            <a:off x="2847400" y="1585467"/>
            <a:ext cx="6497200" cy="261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200"/>
              <a:buNone/>
              <a:defRPr sz="200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r>
              <a:rPr lang="en-US"/>
              <a:t>Click to edit Master title style</a:t>
            </a:r>
            <a:endParaRPr/>
          </a:p>
        </p:txBody>
      </p:sp>
      <p:sp>
        <p:nvSpPr>
          <p:cNvPr id="426" name="Google Shape;426;p9"/>
          <p:cNvSpPr txBox="1">
            <a:spLocks noGrp="1"/>
          </p:cNvSpPr>
          <p:nvPr>
            <p:ph type="subTitle" idx="1"/>
          </p:nvPr>
        </p:nvSpPr>
        <p:spPr>
          <a:xfrm>
            <a:off x="2847400" y="4204667"/>
            <a:ext cx="6497200" cy="8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5428190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27"/>
        <p:cNvGrpSpPr/>
        <p:nvPr/>
      </p:nvGrpSpPr>
      <p:grpSpPr>
        <a:xfrm>
          <a:off x="0" y="0"/>
          <a:ext cx="0" cy="0"/>
          <a:chOff x="0" y="0"/>
          <a:chExt cx="0" cy="0"/>
        </a:xfrm>
      </p:grpSpPr>
      <p:sp>
        <p:nvSpPr>
          <p:cNvPr id="428" name="Google Shape;428;p10"/>
          <p:cNvSpPr>
            <a:spLocks noGrp="1"/>
          </p:cNvSpPr>
          <p:nvPr>
            <p:ph type="pic" idx="2"/>
          </p:nvPr>
        </p:nvSpPr>
        <p:spPr>
          <a:xfrm>
            <a:off x="0" y="0"/>
            <a:ext cx="12192000" cy="6858000"/>
          </a:xfrm>
          <a:prstGeom prst="rect">
            <a:avLst/>
          </a:prstGeom>
          <a:noFill/>
          <a:ln>
            <a:noFill/>
          </a:ln>
        </p:spPr>
      </p:sp>
      <p:sp>
        <p:nvSpPr>
          <p:cNvPr id="429" name="Google Shape;429;p10"/>
          <p:cNvSpPr txBox="1">
            <a:spLocks noGrp="1"/>
          </p:cNvSpPr>
          <p:nvPr>
            <p:ph type="title"/>
          </p:nvPr>
        </p:nvSpPr>
        <p:spPr>
          <a:xfrm>
            <a:off x="950967" y="4670533"/>
            <a:ext cx="6936400" cy="1393600"/>
          </a:xfrm>
          <a:prstGeom prst="rect">
            <a:avLst/>
          </a:prstGeom>
          <a:solidFill>
            <a:srgbClr val="733C9B">
              <a:alpha val="33020"/>
            </a:srgbClr>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r>
              <a:rPr lang="en-US"/>
              <a:t>Click to edit Master title style</a:t>
            </a:r>
            <a:endParaRPr/>
          </a:p>
        </p:txBody>
      </p:sp>
      <p:grpSp>
        <p:nvGrpSpPr>
          <p:cNvPr id="430" name="Google Shape;430;p10"/>
          <p:cNvGrpSpPr/>
          <p:nvPr/>
        </p:nvGrpSpPr>
        <p:grpSpPr>
          <a:xfrm rot="10800000">
            <a:off x="9100823" y="-301947"/>
            <a:ext cx="4647064" cy="1818028"/>
            <a:chOff x="5000328" y="4413931"/>
            <a:chExt cx="3485298" cy="1363521"/>
          </a:xfrm>
        </p:grpSpPr>
        <p:grpSp>
          <p:nvGrpSpPr>
            <p:cNvPr id="431" name="Google Shape;431;p10"/>
            <p:cNvGrpSpPr/>
            <p:nvPr/>
          </p:nvGrpSpPr>
          <p:grpSpPr>
            <a:xfrm>
              <a:off x="5000328" y="4413931"/>
              <a:ext cx="3485298" cy="1363521"/>
              <a:chOff x="4151828" y="2626856"/>
              <a:chExt cx="3485298" cy="1363521"/>
            </a:xfrm>
          </p:grpSpPr>
          <p:sp>
            <p:nvSpPr>
              <p:cNvPr id="432" name="Google Shape;432;p10"/>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3" name="Google Shape;433;p10"/>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4" name="Google Shape;434;p10"/>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5" name="Google Shape;435;p10"/>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6" name="Google Shape;436;p10"/>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10"/>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8" name="Google Shape;438;p10"/>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9" name="Google Shape;439;p10"/>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0" name="Google Shape;440;p10"/>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solidFill>
                <a:schemeClr val="dk1"/>
              </a:solidFill>
              <a:ln w="7725"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41" name="Google Shape;441;p10"/>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2" name="Google Shape;442;p10"/>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0"/>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990872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4"/>
        <p:cNvGrpSpPr/>
        <p:nvPr/>
      </p:nvGrpSpPr>
      <p:grpSpPr>
        <a:xfrm>
          <a:off x="0" y="0"/>
          <a:ext cx="0" cy="0"/>
          <a:chOff x="0" y="0"/>
          <a:chExt cx="0" cy="0"/>
        </a:xfrm>
      </p:grpSpPr>
      <p:sp>
        <p:nvSpPr>
          <p:cNvPr id="445" name="Google Shape;445;p11"/>
          <p:cNvSpPr txBox="1">
            <a:spLocks noGrp="1"/>
          </p:cNvSpPr>
          <p:nvPr>
            <p:ph type="title" hasCustomPrompt="1"/>
          </p:nvPr>
        </p:nvSpPr>
        <p:spPr>
          <a:xfrm>
            <a:off x="1712000" y="2276700"/>
            <a:ext cx="8768000" cy="20684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0933"/>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446" name="Google Shape;446;p11"/>
          <p:cNvSpPr txBox="1">
            <a:spLocks noGrp="1"/>
          </p:cNvSpPr>
          <p:nvPr>
            <p:ph type="subTitle" idx="1"/>
          </p:nvPr>
        </p:nvSpPr>
        <p:spPr>
          <a:xfrm>
            <a:off x="1712000" y="4345433"/>
            <a:ext cx="8768000" cy="4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447" name="Google Shape;447;p11"/>
          <p:cNvGrpSpPr/>
          <p:nvPr/>
        </p:nvGrpSpPr>
        <p:grpSpPr>
          <a:xfrm rot="10800000">
            <a:off x="5741219" y="4882969"/>
            <a:ext cx="6715020" cy="5484420"/>
            <a:chOff x="4780389" y="2513201"/>
            <a:chExt cx="5036265" cy="4113315"/>
          </a:xfrm>
        </p:grpSpPr>
        <p:grpSp>
          <p:nvGrpSpPr>
            <p:cNvPr id="448" name="Google Shape;448;p11"/>
            <p:cNvGrpSpPr/>
            <p:nvPr/>
          </p:nvGrpSpPr>
          <p:grpSpPr>
            <a:xfrm>
              <a:off x="4780389" y="2513201"/>
              <a:ext cx="5036265" cy="4113315"/>
              <a:chOff x="4673664" y="2214101"/>
              <a:chExt cx="5036265" cy="4113315"/>
            </a:xfrm>
          </p:grpSpPr>
          <p:sp>
            <p:nvSpPr>
              <p:cNvPr id="449" name="Google Shape;449;p1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50" name="Google Shape;450;p11"/>
              <p:cNvGrpSpPr/>
              <p:nvPr/>
            </p:nvGrpSpPr>
            <p:grpSpPr>
              <a:xfrm>
                <a:off x="4673664" y="2214101"/>
                <a:ext cx="5036265" cy="4113315"/>
                <a:chOff x="4673664" y="2214101"/>
                <a:chExt cx="5036265" cy="4113315"/>
              </a:xfrm>
            </p:grpSpPr>
            <p:grpSp>
              <p:nvGrpSpPr>
                <p:cNvPr id="451" name="Google Shape;451;p11"/>
                <p:cNvGrpSpPr/>
                <p:nvPr/>
              </p:nvGrpSpPr>
              <p:grpSpPr>
                <a:xfrm>
                  <a:off x="4673664" y="2214101"/>
                  <a:ext cx="5036265" cy="4113315"/>
                  <a:chOff x="3825164" y="427026"/>
                  <a:chExt cx="5036265" cy="4113315"/>
                </a:xfrm>
              </p:grpSpPr>
              <p:sp>
                <p:nvSpPr>
                  <p:cNvPr id="452" name="Google Shape;452;p1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1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1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6" name="Google Shape;456;p1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7" name="Google Shape;457;p1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8" name="Google Shape;458;p1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9" name="Google Shape;459;p1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0" name="Google Shape;460;p1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1" name="Google Shape;461;p1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2" name="Google Shape;462;p1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3" name="Google Shape;463;p1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4" name="Google Shape;464;p1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5" name="Google Shape;465;p1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6" name="Google Shape;466;p1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7" name="Google Shape;467;p1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1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1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0" name="Google Shape;470;p1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1" name="Google Shape;471;p1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2" name="Google Shape;472;p1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3" name="Google Shape;473;p1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4" name="Google Shape;474;p1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5" name="Google Shape;475;p1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6" name="Google Shape;476;p1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7" name="Google Shape;477;p1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8" name="Google Shape;478;p1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80" name="Google Shape;480;p1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1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3" name="Google Shape;483;p1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4" name="Google Shape;484;p1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6" name="Google Shape;486;p1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7" name="Google Shape;487;p1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488" name="Google Shape;488;p1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1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1" name="Google Shape;491;p11"/>
          <p:cNvGrpSpPr/>
          <p:nvPr/>
        </p:nvGrpSpPr>
        <p:grpSpPr>
          <a:xfrm>
            <a:off x="-171114" y="-3355015"/>
            <a:ext cx="6715020" cy="5484420"/>
            <a:chOff x="4780389" y="2513201"/>
            <a:chExt cx="5036265" cy="4113315"/>
          </a:xfrm>
        </p:grpSpPr>
        <p:grpSp>
          <p:nvGrpSpPr>
            <p:cNvPr id="492" name="Google Shape;492;p11"/>
            <p:cNvGrpSpPr/>
            <p:nvPr/>
          </p:nvGrpSpPr>
          <p:grpSpPr>
            <a:xfrm>
              <a:off x="4780389" y="2513201"/>
              <a:ext cx="5036265" cy="4113315"/>
              <a:chOff x="4673664" y="2214101"/>
              <a:chExt cx="5036265" cy="4113315"/>
            </a:xfrm>
          </p:grpSpPr>
          <p:sp>
            <p:nvSpPr>
              <p:cNvPr id="493" name="Google Shape;493;p1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94" name="Google Shape;494;p11"/>
              <p:cNvGrpSpPr/>
              <p:nvPr/>
            </p:nvGrpSpPr>
            <p:grpSpPr>
              <a:xfrm>
                <a:off x="4673664" y="2214101"/>
                <a:ext cx="5036265" cy="4113315"/>
                <a:chOff x="4673664" y="2214101"/>
                <a:chExt cx="5036265" cy="4113315"/>
              </a:xfrm>
            </p:grpSpPr>
            <p:grpSp>
              <p:nvGrpSpPr>
                <p:cNvPr id="495" name="Google Shape;495;p11"/>
                <p:cNvGrpSpPr/>
                <p:nvPr/>
              </p:nvGrpSpPr>
              <p:grpSpPr>
                <a:xfrm>
                  <a:off x="4673664" y="2214101"/>
                  <a:ext cx="5036265" cy="4113315"/>
                  <a:chOff x="3825164" y="427026"/>
                  <a:chExt cx="5036265" cy="4113315"/>
                </a:xfrm>
              </p:grpSpPr>
              <p:sp>
                <p:nvSpPr>
                  <p:cNvPr id="496" name="Google Shape;496;p1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7" name="Google Shape;497;p1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8" name="Google Shape;498;p1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1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1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1" name="Google Shape;501;p1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2" name="Google Shape;502;p1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3" name="Google Shape;503;p1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4" name="Google Shape;504;p1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5" name="Google Shape;505;p1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6" name="Google Shape;506;p1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7" name="Google Shape;507;p1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8" name="Google Shape;508;p1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1" name="Google Shape;511;p1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2" name="Google Shape;512;p1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3" name="Google Shape;513;p1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4" name="Google Shape;514;p1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5" name="Google Shape;515;p1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6" name="Google Shape;516;p1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7" name="Google Shape;517;p1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8" name="Google Shape;518;p1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9" name="Google Shape;519;p1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0" name="Google Shape;520;p1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1" name="Google Shape;521;p1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2" name="Google Shape;522;p1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3" name="Google Shape;523;p1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24" name="Google Shape;524;p1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5" name="Google Shape;525;p1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6" name="Google Shape;526;p1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7" name="Google Shape;527;p1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8" name="Google Shape;528;p1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9" name="Google Shape;529;p1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0" name="Google Shape;530;p1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1" name="Google Shape;531;p1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32" name="Google Shape;532;p1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3" name="Google Shape;533;p1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4" name="Google Shape;534;p1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7345077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5"/>
        <p:cNvGrpSpPr/>
        <p:nvPr/>
      </p:nvGrpSpPr>
      <p:grpSpPr>
        <a:xfrm>
          <a:off x="0" y="0"/>
          <a:ext cx="0" cy="0"/>
          <a:chOff x="0" y="0"/>
          <a:chExt cx="0" cy="0"/>
        </a:xfrm>
      </p:grpSpPr>
    </p:spTree>
    <p:extLst>
      <p:ext uri="{BB962C8B-B14F-4D97-AF65-F5344CB8AC3E}">
        <p14:creationId xmlns:p14="http://schemas.microsoft.com/office/powerpoint/2010/main" val="8607077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36"/>
        <p:cNvGrpSpPr/>
        <p:nvPr/>
      </p:nvGrpSpPr>
      <p:grpSpPr>
        <a:xfrm>
          <a:off x="0" y="0"/>
          <a:ext cx="0" cy="0"/>
          <a:chOff x="0" y="0"/>
          <a:chExt cx="0" cy="0"/>
        </a:xfrm>
      </p:grpSpPr>
      <p:sp>
        <p:nvSpPr>
          <p:cNvPr id="537" name="Google Shape;537;p13"/>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538" name="Google Shape;538;p13"/>
          <p:cNvSpPr txBox="1">
            <a:spLocks noGrp="1"/>
          </p:cNvSpPr>
          <p:nvPr>
            <p:ph type="subTitle" idx="1"/>
          </p:nvPr>
        </p:nvSpPr>
        <p:spPr>
          <a:xfrm>
            <a:off x="7712951" y="2027933"/>
            <a:ext cx="32916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9" name="Google Shape;539;p13"/>
          <p:cNvSpPr txBox="1">
            <a:spLocks noGrp="1"/>
          </p:cNvSpPr>
          <p:nvPr>
            <p:ph type="title" idx="2" hasCustomPrompt="1"/>
          </p:nvPr>
        </p:nvSpPr>
        <p:spPr>
          <a:xfrm>
            <a:off x="1187433" y="2027933"/>
            <a:ext cx="1302400" cy="646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40" name="Google Shape;540;p13"/>
          <p:cNvSpPr txBox="1">
            <a:spLocks noGrp="1"/>
          </p:cNvSpPr>
          <p:nvPr>
            <p:ph type="subTitle" idx="3"/>
          </p:nvPr>
        </p:nvSpPr>
        <p:spPr>
          <a:xfrm>
            <a:off x="2606192" y="2027933"/>
            <a:ext cx="49904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41" name="Google Shape;541;p13"/>
          <p:cNvSpPr txBox="1">
            <a:spLocks noGrp="1"/>
          </p:cNvSpPr>
          <p:nvPr>
            <p:ph type="subTitle" idx="4"/>
          </p:nvPr>
        </p:nvSpPr>
        <p:spPr>
          <a:xfrm>
            <a:off x="7712951" y="2872047"/>
            <a:ext cx="32916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2" name="Google Shape;542;p13"/>
          <p:cNvSpPr txBox="1">
            <a:spLocks noGrp="1"/>
          </p:cNvSpPr>
          <p:nvPr>
            <p:ph type="title" idx="5" hasCustomPrompt="1"/>
          </p:nvPr>
        </p:nvSpPr>
        <p:spPr>
          <a:xfrm>
            <a:off x="1187433" y="2872047"/>
            <a:ext cx="1302400" cy="646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43" name="Google Shape;543;p13"/>
          <p:cNvSpPr txBox="1">
            <a:spLocks noGrp="1"/>
          </p:cNvSpPr>
          <p:nvPr>
            <p:ph type="subTitle" idx="6"/>
          </p:nvPr>
        </p:nvSpPr>
        <p:spPr>
          <a:xfrm>
            <a:off x="2606192" y="2872047"/>
            <a:ext cx="49904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44" name="Google Shape;544;p13"/>
          <p:cNvSpPr txBox="1">
            <a:spLocks noGrp="1"/>
          </p:cNvSpPr>
          <p:nvPr>
            <p:ph type="subTitle" idx="7"/>
          </p:nvPr>
        </p:nvSpPr>
        <p:spPr>
          <a:xfrm>
            <a:off x="7712951" y="3716160"/>
            <a:ext cx="32916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5" name="Google Shape;545;p13"/>
          <p:cNvSpPr txBox="1">
            <a:spLocks noGrp="1"/>
          </p:cNvSpPr>
          <p:nvPr>
            <p:ph type="title" idx="8" hasCustomPrompt="1"/>
          </p:nvPr>
        </p:nvSpPr>
        <p:spPr>
          <a:xfrm>
            <a:off x="1187433" y="3716160"/>
            <a:ext cx="1302400" cy="646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46" name="Google Shape;546;p13"/>
          <p:cNvSpPr txBox="1">
            <a:spLocks noGrp="1"/>
          </p:cNvSpPr>
          <p:nvPr>
            <p:ph type="subTitle" idx="9"/>
          </p:nvPr>
        </p:nvSpPr>
        <p:spPr>
          <a:xfrm>
            <a:off x="2606192" y="3716160"/>
            <a:ext cx="49904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47" name="Google Shape;547;p13"/>
          <p:cNvSpPr txBox="1">
            <a:spLocks noGrp="1"/>
          </p:cNvSpPr>
          <p:nvPr>
            <p:ph type="subTitle" idx="13"/>
          </p:nvPr>
        </p:nvSpPr>
        <p:spPr>
          <a:xfrm>
            <a:off x="7712951" y="4560273"/>
            <a:ext cx="32916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8" name="Google Shape;548;p13"/>
          <p:cNvSpPr txBox="1">
            <a:spLocks noGrp="1"/>
          </p:cNvSpPr>
          <p:nvPr>
            <p:ph type="title" idx="14" hasCustomPrompt="1"/>
          </p:nvPr>
        </p:nvSpPr>
        <p:spPr>
          <a:xfrm>
            <a:off x="1187433" y="4560273"/>
            <a:ext cx="1302400" cy="646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49" name="Google Shape;549;p13"/>
          <p:cNvSpPr txBox="1">
            <a:spLocks noGrp="1"/>
          </p:cNvSpPr>
          <p:nvPr>
            <p:ph type="subTitle" idx="15"/>
          </p:nvPr>
        </p:nvSpPr>
        <p:spPr>
          <a:xfrm>
            <a:off x="2606192" y="4560273"/>
            <a:ext cx="49904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550" name="Google Shape;550;p13"/>
          <p:cNvSpPr txBox="1">
            <a:spLocks noGrp="1"/>
          </p:cNvSpPr>
          <p:nvPr>
            <p:ph type="subTitle" idx="16"/>
          </p:nvPr>
        </p:nvSpPr>
        <p:spPr>
          <a:xfrm>
            <a:off x="7712951" y="5404387"/>
            <a:ext cx="32916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1" name="Google Shape;551;p13"/>
          <p:cNvSpPr txBox="1">
            <a:spLocks noGrp="1"/>
          </p:cNvSpPr>
          <p:nvPr>
            <p:ph type="title" idx="17" hasCustomPrompt="1"/>
          </p:nvPr>
        </p:nvSpPr>
        <p:spPr>
          <a:xfrm>
            <a:off x="1187433" y="5404387"/>
            <a:ext cx="1302400" cy="646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52" name="Google Shape;552;p13"/>
          <p:cNvSpPr txBox="1">
            <a:spLocks noGrp="1"/>
          </p:cNvSpPr>
          <p:nvPr>
            <p:ph type="subTitle" idx="18"/>
          </p:nvPr>
        </p:nvSpPr>
        <p:spPr>
          <a:xfrm>
            <a:off x="2606192" y="5404387"/>
            <a:ext cx="4990400" cy="6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553" name="Google Shape;553;p13"/>
          <p:cNvGrpSpPr/>
          <p:nvPr/>
        </p:nvGrpSpPr>
        <p:grpSpPr>
          <a:xfrm>
            <a:off x="-5030747" y="-1305149"/>
            <a:ext cx="6715020" cy="5484420"/>
            <a:chOff x="4780389" y="2513201"/>
            <a:chExt cx="5036265" cy="4113315"/>
          </a:xfrm>
        </p:grpSpPr>
        <p:grpSp>
          <p:nvGrpSpPr>
            <p:cNvPr id="554" name="Google Shape;554;p13"/>
            <p:cNvGrpSpPr/>
            <p:nvPr/>
          </p:nvGrpSpPr>
          <p:grpSpPr>
            <a:xfrm>
              <a:off x="4780389" y="2513201"/>
              <a:ext cx="5036265" cy="4113315"/>
              <a:chOff x="4673664" y="2214101"/>
              <a:chExt cx="5036265" cy="4113315"/>
            </a:xfrm>
          </p:grpSpPr>
          <p:sp>
            <p:nvSpPr>
              <p:cNvPr id="555" name="Google Shape;555;p13"/>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556" name="Google Shape;556;p13"/>
              <p:cNvGrpSpPr/>
              <p:nvPr/>
            </p:nvGrpSpPr>
            <p:grpSpPr>
              <a:xfrm>
                <a:off x="4673664" y="2214101"/>
                <a:ext cx="5036265" cy="4113315"/>
                <a:chOff x="4673664" y="2214101"/>
                <a:chExt cx="5036265" cy="4113315"/>
              </a:xfrm>
            </p:grpSpPr>
            <p:grpSp>
              <p:nvGrpSpPr>
                <p:cNvPr id="557" name="Google Shape;557;p13"/>
                <p:cNvGrpSpPr/>
                <p:nvPr/>
              </p:nvGrpSpPr>
              <p:grpSpPr>
                <a:xfrm>
                  <a:off x="4673664" y="2214101"/>
                  <a:ext cx="5036265" cy="4113315"/>
                  <a:chOff x="3825164" y="427026"/>
                  <a:chExt cx="5036265" cy="4113315"/>
                </a:xfrm>
              </p:grpSpPr>
              <p:sp>
                <p:nvSpPr>
                  <p:cNvPr id="558" name="Google Shape;558;p13"/>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9" name="Google Shape;559;p13"/>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0" name="Google Shape;560;p13"/>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1" name="Google Shape;561;p13"/>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2" name="Google Shape;562;p13"/>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3" name="Google Shape;563;p13"/>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4" name="Google Shape;564;p13"/>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5" name="Google Shape;565;p13"/>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6" name="Google Shape;566;p13"/>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7" name="Google Shape;567;p13"/>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8" name="Google Shape;568;p13"/>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9" name="Google Shape;569;p13"/>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0" name="Google Shape;570;p13"/>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1" name="Google Shape;571;p13"/>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2" name="Google Shape;572;p13"/>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3" name="Google Shape;573;p13"/>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4" name="Google Shape;574;p13"/>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13"/>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6" name="Google Shape;576;p13"/>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7" name="Google Shape;577;p13"/>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8" name="Google Shape;578;p13"/>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9" name="Google Shape;579;p13"/>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0" name="Google Shape;580;p13"/>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1" name="Google Shape;581;p13"/>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2" name="Google Shape;582;p13"/>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3" name="Google Shape;583;p13"/>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4" name="Google Shape;584;p13"/>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5" name="Google Shape;585;p13"/>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86" name="Google Shape;586;p13"/>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7" name="Google Shape;587;p13"/>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8" name="Google Shape;588;p13"/>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9" name="Google Shape;589;p13"/>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0" name="Google Shape;590;p13"/>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1" name="Google Shape;591;p13"/>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2" name="Google Shape;592;p13"/>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3" name="Google Shape;593;p13"/>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94" name="Google Shape;594;p13"/>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5" name="Google Shape;595;p13"/>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6" name="Google Shape;596;p13"/>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0485678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97"/>
        <p:cNvGrpSpPr/>
        <p:nvPr/>
      </p:nvGrpSpPr>
      <p:grpSpPr>
        <a:xfrm>
          <a:off x="0" y="0"/>
          <a:ext cx="0" cy="0"/>
          <a:chOff x="0" y="0"/>
          <a:chExt cx="0" cy="0"/>
        </a:xfrm>
      </p:grpSpPr>
      <p:sp>
        <p:nvSpPr>
          <p:cNvPr id="598" name="Google Shape;598;p14"/>
          <p:cNvSpPr txBox="1">
            <a:spLocks noGrp="1"/>
          </p:cNvSpPr>
          <p:nvPr>
            <p:ph type="title"/>
          </p:nvPr>
        </p:nvSpPr>
        <p:spPr>
          <a:xfrm>
            <a:off x="4565421" y="4634000"/>
            <a:ext cx="6675600" cy="70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599" name="Google Shape;599;p14"/>
          <p:cNvSpPr txBox="1">
            <a:spLocks noGrp="1"/>
          </p:cNvSpPr>
          <p:nvPr>
            <p:ph type="subTitle" idx="1"/>
          </p:nvPr>
        </p:nvSpPr>
        <p:spPr>
          <a:xfrm>
            <a:off x="4565267" y="1367200"/>
            <a:ext cx="6675600" cy="3266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grpSp>
        <p:nvGrpSpPr>
          <p:cNvPr id="600" name="Google Shape;600;p14"/>
          <p:cNvGrpSpPr/>
          <p:nvPr/>
        </p:nvGrpSpPr>
        <p:grpSpPr>
          <a:xfrm>
            <a:off x="9477283" y="-474070"/>
            <a:ext cx="2579109" cy="1776015"/>
            <a:chOff x="7107962" y="-355553"/>
            <a:chExt cx="1934332" cy="1332011"/>
          </a:xfrm>
        </p:grpSpPr>
        <p:sp>
          <p:nvSpPr>
            <p:cNvPr id="601" name="Google Shape;601;p14"/>
            <p:cNvSpPr/>
            <p:nvPr/>
          </p:nvSpPr>
          <p:spPr>
            <a:xfrm rot="-157512" flipH="1">
              <a:off x="7124135" y="209124"/>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2" name="Google Shape;602;p14"/>
            <p:cNvSpPr/>
            <p:nvPr/>
          </p:nvSpPr>
          <p:spPr>
            <a:xfrm rot="-157512" flipH="1">
              <a:off x="7112323" y="35256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3" name="Google Shape;603;p14"/>
            <p:cNvSpPr/>
            <p:nvPr/>
          </p:nvSpPr>
          <p:spPr>
            <a:xfrm rot="-157512" flipH="1">
              <a:off x="7729061" y="729798"/>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4" name="Google Shape;604;p14"/>
            <p:cNvSpPr/>
            <p:nvPr/>
          </p:nvSpPr>
          <p:spPr>
            <a:xfrm rot="-157512" flipH="1">
              <a:off x="7756527" y="-354275"/>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5" name="Google Shape;605;p14"/>
            <p:cNvSpPr/>
            <p:nvPr/>
          </p:nvSpPr>
          <p:spPr>
            <a:xfrm rot="-157512" flipH="1">
              <a:off x="8076682" y="-30913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6" name="Google Shape;606;p14"/>
            <p:cNvSpPr/>
            <p:nvPr/>
          </p:nvSpPr>
          <p:spPr>
            <a:xfrm rot="-157512" flipH="1">
              <a:off x="7450823" y="-32498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7" name="Google Shape;607;p14"/>
            <p:cNvSpPr/>
            <p:nvPr/>
          </p:nvSpPr>
          <p:spPr>
            <a:xfrm rot="-157512" flipH="1">
              <a:off x="8375904" y="240832"/>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8" name="Google Shape;608;p14"/>
            <p:cNvSpPr/>
            <p:nvPr/>
          </p:nvSpPr>
          <p:spPr>
            <a:xfrm rot="-157512" flipH="1">
              <a:off x="7750020" y="224978"/>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09" name="Google Shape;609;p14"/>
          <p:cNvGrpSpPr/>
          <p:nvPr/>
        </p:nvGrpSpPr>
        <p:grpSpPr>
          <a:xfrm>
            <a:off x="144774" y="4633987"/>
            <a:ext cx="2615697" cy="3199972"/>
            <a:chOff x="108580" y="3135490"/>
            <a:chExt cx="1961773" cy="2399979"/>
          </a:xfrm>
        </p:grpSpPr>
        <p:sp>
          <p:nvSpPr>
            <p:cNvPr id="610" name="Google Shape;610;p14"/>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1" name="Google Shape;611;p14"/>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2" name="Google Shape;612;p14"/>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3" name="Google Shape;613;p14"/>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614" name="Google Shape;614;p14"/>
            <p:cNvGrpSpPr/>
            <p:nvPr/>
          </p:nvGrpSpPr>
          <p:grpSpPr>
            <a:xfrm>
              <a:off x="108580" y="3135490"/>
              <a:ext cx="1961773" cy="2399979"/>
              <a:chOff x="108580" y="3135490"/>
              <a:chExt cx="1961773" cy="2399979"/>
            </a:xfrm>
          </p:grpSpPr>
          <p:sp>
            <p:nvSpPr>
              <p:cNvPr id="615" name="Google Shape;615;p14"/>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6" name="Google Shape;616;p14"/>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7" name="Google Shape;617;p14"/>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8" name="Google Shape;618;p14"/>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9" name="Google Shape;619;p14"/>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0" name="Google Shape;620;p14"/>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1" name="Google Shape;621;p14"/>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2" name="Google Shape;622;p14"/>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3" name="Google Shape;623;p14"/>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09174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24"/>
        <p:cNvGrpSpPr/>
        <p:nvPr/>
      </p:nvGrpSpPr>
      <p:grpSpPr>
        <a:xfrm>
          <a:off x="0" y="0"/>
          <a:ext cx="0" cy="0"/>
          <a:chOff x="0" y="0"/>
          <a:chExt cx="0" cy="0"/>
        </a:xfrm>
      </p:grpSpPr>
      <p:grpSp>
        <p:nvGrpSpPr>
          <p:cNvPr id="625" name="Google Shape;625;p15"/>
          <p:cNvGrpSpPr/>
          <p:nvPr/>
        </p:nvGrpSpPr>
        <p:grpSpPr>
          <a:xfrm rot="10800000">
            <a:off x="7373623" y="4882968"/>
            <a:ext cx="5082616" cy="2551312"/>
            <a:chOff x="4673664" y="4413931"/>
            <a:chExt cx="3811962" cy="1913484"/>
          </a:xfrm>
        </p:grpSpPr>
        <p:grpSp>
          <p:nvGrpSpPr>
            <p:cNvPr id="626" name="Google Shape;626;p15"/>
            <p:cNvGrpSpPr/>
            <p:nvPr/>
          </p:nvGrpSpPr>
          <p:grpSpPr>
            <a:xfrm>
              <a:off x="4673664" y="4413931"/>
              <a:ext cx="3811962" cy="1913484"/>
              <a:chOff x="3825164" y="2626856"/>
              <a:chExt cx="3811962" cy="1913484"/>
            </a:xfrm>
          </p:grpSpPr>
          <p:sp>
            <p:nvSpPr>
              <p:cNvPr id="627" name="Google Shape;627;p15"/>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8" name="Google Shape;628;p15"/>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9" name="Google Shape;629;p15"/>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0" name="Google Shape;630;p15"/>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1" name="Google Shape;631;p15"/>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2" name="Google Shape;632;p15"/>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3" name="Google Shape;633;p15"/>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4" name="Google Shape;634;p15"/>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5" name="Google Shape;635;p15"/>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6" name="Google Shape;636;p15"/>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7" name="Google Shape;637;p15"/>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8" name="Google Shape;638;p15"/>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9" name="Google Shape;639;p15"/>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40" name="Google Shape;640;p15"/>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1" name="Google Shape;641;p15"/>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2" name="Google Shape;642;p15"/>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3" name="Google Shape;643;p15"/>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44" name="Google Shape;644;p15"/>
          <p:cNvSpPr txBox="1">
            <a:spLocks noGrp="1"/>
          </p:cNvSpPr>
          <p:nvPr>
            <p:ph type="title"/>
          </p:nvPr>
        </p:nvSpPr>
        <p:spPr>
          <a:xfrm>
            <a:off x="960000" y="1805817"/>
            <a:ext cx="4792000" cy="21760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645" name="Google Shape;645;p15"/>
          <p:cNvSpPr txBox="1">
            <a:spLocks noGrp="1"/>
          </p:cNvSpPr>
          <p:nvPr>
            <p:ph type="subTitle" idx="1"/>
          </p:nvPr>
        </p:nvSpPr>
        <p:spPr>
          <a:xfrm>
            <a:off x="960000" y="3981800"/>
            <a:ext cx="4792000" cy="128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46" name="Google Shape;646;p15"/>
          <p:cNvSpPr>
            <a:spLocks noGrp="1"/>
          </p:cNvSpPr>
          <p:nvPr>
            <p:ph type="pic" idx="2"/>
          </p:nvPr>
        </p:nvSpPr>
        <p:spPr>
          <a:xfrm>
            <a:off x="6170500" y="1037500"/>
            <a:ext cx="4837200" cy="5017200"/>
          </a:xfrm>
          <a:prstGeom prst="roundRect">
            <a:avLst>
              <a:gd name="adj" fmla="val 16667"/>
            </a:avLst>
          </a:prstGeom>
          <a:noFill/>
          <a:ln w="19050" cap="flat" cmpd="sng">
            <a:solidFill>
              <a:schemeClr val="dk1"/>
            </a:solidFill>
            <a:prstDash val="solid"/>
            <a:round/>
            <a:headEnd type="none" w="sm" len="sm"/>
            <a:tailEnd type="none" w="sm" len="sm"/>
          </a:ln>
        </p:spPr>
      </p:sp>
    </p:spTree>
    <p:extLst>
      <p:ext uri="{BB962C8B-B14F-4D97-AF65-F5344CB8AC3E}">
        <p14:creationId xmlns:p14="http://schemas.microsoft.com/office/powerpoint/2010/main" val="31705234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647"/>
        <p:cNvGrpSpPr/>
        <p:nvPr/>
      </p:nvGrpSpPr>
      <p:grpSpPr>
        <a:xfrm>
          <a:off x="0" y="0"/>
          <a:ext cx="0" cy="0"/>
          <a:chOff x="0" y="0"/>
          <a:chExt cx="0" cy="0"/>
        </a:xfrm>
      </p:grpSpPr>
      <p:sp>
        <p:nvSpPr>
          <p:cNvPr id="648" name="Google Shape;648;p16"/>
          <p:cNvSpPr txBox="1">
            <a:spLocks noGrp="1"/>
          </p:cNvSpPr>
          <p:nvPr>
            <p:ph type="title"/>
          </p:nvPr>
        </p:nvSpPr>
        <p:spPr>
          <a:xfrm>
            <a:off x="960000" y="719333"/>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649" name="Google Shape;649;p16"/>
          <p:cNvSpPr txBox="1">
            <a:spLocks noGrp="1"/>
          </p:cNvSpPr>
          <p:nvPr>
            <p:ph type="subTitle" idx="1"/>
          </p:nvPr>
        </p:nvSpPr>
        <p:spPr>
          <a:xfrm>
            <a:off x="960000" y="1931000"/>
            <a:ext cx="5955200" cy="318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000"/>
              <a:buFont typeface="Anaheim"/>
              <a:buChar char="◆"/>
              <a:defRPr/>
            </a:lvl1pPr>
            <a:lvl2pPr lvl="1" algn="ctr" rtl="0">
              <a:lnSpc>
                <a:spcPct val="100000"/>
              </a:lnSpc>
              <a:spcBef>
                <a:spcPts val="0"/>
              </a:spcBef>
              <a:spcAft>
                <a:spcPts val="0"/>
              </a:spcAft>
              <a:buClr>
                <a:srgbClr val="595959"/>
              </a:buClr>
              <a:buSzPts val="1400"/>
              <a:buFont typeface="Anaheim"/>
              <a:buChar char="○"/>
              <a:defRPr/>
            </a:lvl2pPr>
            <a:lvl3pPr lvl="2" algn="ctr" rtl="0">
              <a:lnSpc>
                <a:spcPct val="100000"/>
              </a:lnSpc>
              <a:spcBef>
                <a:spcPts val="0"/>
              </a:spcBef>
              <a:spcAft>
                <a:spcPts val="0"/>
              </a:spcAft>
              <a:buClr>
                <a:srgbClr val="595959"/>
              </a:buClr>
              <a:buSzPts val="1400"/>
              <a:buFont typeface="Anaheim"/>
              <a:buChar char="■"/>
              <a:defRPr/>
            </a:lvl3pPr>
            <a:lvl4pPr lvl="3" algn="ctr" rtl="0">
              <a:lnSpc>
                <a:spcPct val="100000"/>
              </a:lnSpc>
              <a:spcBef>
                <a:spcPts val="0"/>
              </a:spcBef>
              <a:spcAft>
                <a:spcPts val="0"/>
              </a:spcAft>
              <a:buClr>
                <a:srgbClr val="595959"/>
              </a:buClr>
              <a:buSzPts val="1400"/>
              <a:buFont typeface="Anaheim"/>
              <a:buChar char="●"/>
              <a:defRPr/>
            </a:lvl4pPr>
            <a:lvl5pPr lvl="4" algn="ctr" rtl="0">
              <a:lnSpc>
                <a:spcPct val="100000"/>
              </a:lnSpc>
              <a:spcBef>
                <a:spcPts val="0"/>
              </a:spcBef>
              <a:spcAft>
                <a:spcPts val="0"/>
              </a:spcAft>
              <a:buClr>
                <a:srgbClr val="595959"/>
              </a:buClr>
              <a:buSzPts val="1400"/>
              <a:buFont typeface="Anaheim"/>
              <a:buChar char="○"/>
              <a:defRPr/>
            </a:lvl5pPr>
            <a:lvl6pPr lvl="5" algn="ctr" rtl="0">
              <a:lnSpc>
                <a:spcPct val="100000"/>
              </a:lnSpc>
              <a:spcBef>
                <a:spcPts val="0"/>
              </a:spcBef>
              <a:spcAft>
                <a:spcPts val="0"/>
              </a:spcAft>
              <a:buClr>
                <a:srgbClr val="595959"/>
              </a:buClr>
              <a:buSzPts val="1400"/>
              <a:buFont typeface="Anaheim"/>
              <a:buChar char="■"/>
              <a:defRPr/>
            </a:lvl6pPr>
            <a:lvl7pPr lvl="6" algn="ctr" rtl="0">
              <a:lnSpc>
                <a:spcPct val="100000"/>
              </a:lnSpc>
              <a:spcBef>
                <a:spcPts val="0"/>
              </a:spcBef>
              <a:spcAft>
                <a:spcPts val="0"/>
              </a:spcAft>
              <a:buClr>
                <a:srgbClr val="595959"/>
              </a:buClr>
              <a:buSzPts val="1400"/>
              <a:buFont typeface="Anaheim"/>
              <a:buChar char="●"/>
              <a:defRPr/>
            </a:lvl7pPr>
            <a:lvl8pPr lvl="7" algn="ctr" rtl="0">
              <a:lnSpc>
                <a:spcPct val="100000"/>
              </a:lnSpc>
              <a:spcBef>
                <a:spcPts val="0"/>
              </a:spcBef>
              <a:spcAft>
                <a:spcPts val="0"/>
              </a:spcAft>
              <a:buClr>
                <a:srgbClr val="595959"/>
              </a:buClr>
              <a:buSzPts val="1400"/>
              <a:buFont typeface="Anaheim"/>
              <a:buChar char="○"/>
              <a:defRPr/>
            </a:lvl8pPr>
            <a:lvl9pPr lvl="8" algn="ctr" rtl="0">
              <a:lnSpc>
                <a:spcPct val="100000"/>
              </a:lnSpc>
              <a:spcBef>
                <a:spcPts val="0"/>
              </a:spcBef>
              <a:spcAft>
                <a:spcPts val="0"/>
              </a:spcAft>
              <a:buClr>
                <a:srgbClr val="595959"/>
              </a:buClr>
              <a:buSzPts val="1400"/>
              <a:buFont typeface="Anaheim"/>
              <a:buChar char="■"/>
              <a:defRPr/>
            </a:lvl9pPr>
          </a:lstStyle>
          <a:p>
            <a:r>
              <a:rPr lang="en-US"/>
              <a:t>Click to edit Master subtitle style</a:t>
            </a:r>
            <a:endParaRPr/>
          </a:p>
        </p:txBody>
      </p:sp>
      <p:grpSp>
        <p:nvGrpSpPr>
          <p:cNvPr id="650" name="Google Shape;650;p16"/>
          <p:cNvGrpSpPr/>
          <p:nvPr/>
        </p:nvGrpSpPr>
        <p:grpSpPr>
          <a:xfrm rot="10800000">
            <a:off x="7373623" y="4628968"/>
            <a:ext cx="5082616" cy="2551312"/>
            <a:chOff x="4673664" y="4413931"/>
            <a:chExt cx="3811962" cy="1913484"/>
          </a:xfrm>
        </p:grpSpPr>
        <p:grpSp>
          <p:nvGrpSpPr>
            <p:cNvPr id="651" name="Google Shape;651;p16"/>
            <p:cNvGrpSpPr/>
            <p:nvPr/>
          </p:nvGrpSpPr>
          <p:grpSpPr>
            <a:xfrm>
              <a:off x="4673664" y="4413931"/>
              <a:ext cx="3811962" cy="1913484"/>
              <a:chOff x="3825164" y="2626856"/>
              <a:chExt cx="3811962" cy="1913484"/>
            </a:xfrm>
          </p:grpSpPr>
          <p:sp>
            <p:nvSpPr>
              <p:cNvPr id="652" name="Google Shape;652;p16"/>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3" name="Google Shape;653;p16"/>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4" name="Google Shape;654;p16"/>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5" name="Google Shape;655;p16"/>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6" name="Google Shape;656;p16"/>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7" name="Google Shape;657;p16"/>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8" name="Google Shape;658;p16"/>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9" name="Google Shape;659;p16"/>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0" name="Google Shape;660;p16"/>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1" name="Google Shape;661;p16"/>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2" name="Google Shape;662;p16"/>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3" name="Google Shape;663;p16"/>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4" name="Google Shape;664;p16"/>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65" name="Google Shape;665;p16"/>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6" name="Google Shape;666;p16"/>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7" name="Google Shape;667;p16"/>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8" name="Google Shape;668;p16"/>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1695701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669"/>
        <p:cNvGrpSpPr/>
        <p:nvPr/>
      </p:nvGrpSpPr>
      <p:grpSpPr>
        <a:xfrm>
          <a:off x="0" y="0"/>
          <a:ext cx="0" cy="0"/>
          <a:chOff x="0" y="0"/>
          <a:chExt cx="0" cy="0"/>
        </a:xfrm>
      </p:grpSpPr>
      <p:sp>
        <p:nvSpPr>
          <p:cNvPr id="670" name="Google Shape;670;p17"/>
          <p:cNvSpPr txBox="1">
            <a:spLocks noGrp="1"/>
          </p:cNvSpPr>
          <p:nvPr>
            <p:ph type="title"/>
          </p:nvPr>
        </p:nvSpPr>
        <p:spPr>
          <a:xfrm>
            <a:off x="6702400" y="2294115"/>
            <a:ext cx="4210000" cy="143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671" name="Google Shape;671;p17"/>
          <p:cNvSpPr txBox="1">
            <a:spLocks noGrp="1"/>
          </p:cNvSpPr>
          <p:nvPr>
            <p:ph type="subTitle" idx="1"/>
          </p:nvPr>
        </p:nvSpPr>
        <p:spPr>
          <a:xfrm>
            <a:off x="6702691" y="3732084"/>
            <a:ext cx="4210000" cy="1440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672" name="Google Shape;672;p17"/>
          <p:cNvGrpSpPr/>
          <p:nvPr/>
        </p:nvGrpSpPr>
        <p:grpSpPr>
          <a:xfrm>
            <a:off x="-1277739" y="4634021"/>
            <a:ext cx="2615697" cy="3199972"/>
            <a:chOff x="108580" y="3135490"/>
            <a:chExt cx="1961773" cy="2399979"/>
          </a:xfrm>
        </p:grpSpPr>
        <p:sp>
          <p:nvSpPr>
            <p:cNvPr id="673" name="Google Shape;673;p17"/>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4" name="Google Shape;674;p17"/>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5" name="Google Shape;675;p17"/>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6" name="Google Shape;676;p17"/>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677" name="Google Shape;677;p17"/>
            <p:cNvGrpSpPr/>
            <p:nvPr/>
          </p:nvGrpSpPr>
          <p:grpSpPr>
            <a:xfrm>
              <a:off x="108580" y="3135490"/>
              <a:ext cx="1961773" cy="2399979"/>
              <a:chOff x="108580" y="3135490"/>
              <a:chExt cx="1961773" cy="2399979"/>
            </a:xfrm>
          </p:grpSpPr>
          <p:sp>
            <p:nvSpPr>
              <p:cNvPr id="678" name="Google Shape;678;p17"/>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9" name="Google Shape;679;p17"/>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0" name="Google Shape;680;p17"/>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1" name="Google Shape;681;p17"/>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2" name="Google Shape;682;p17"/>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3" name="Google Shape;683;p17"/>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4" name="Google Shape;684;p17"/>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5" name="Google Shape;685;p17"/>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6" name="Google Shape;686;p17"/>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687" name="Google Shape;687;p17"/>
          <p:cNvGrpSpPr/>
          <p:nvPr/>
        </p:nvGrpSpPr>
        <p:grpSpPr>
          <a:xfrm>
            <a:off x="9667783" y="-474070"/>
            <a:ext cx="2579109" cy="1776015"/>
            <a:chOff x="7107962" y="-355553"/>
            <a:chExt cx="1934332" cy="1332011"/>
          </a:xfrm>
        </p:grpSpPr>
        <p:sp>
          <p:nvSpPr>
            <p:cNvPr id="688" name="Google Shape;688;p17"/>
            <p:cNvSpPr/>
            <p:nvPr/>
          </p:nvSpPr>
          <p:spPr>
            <a:xfrm rot="-157512" flipH="1">
              <a:off x="7124135" y="209124"/>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9" name="Google Shape;689;p17"/>
            <p:cNvSpPr/>
            <p:nvPr/>
          </p:nvSpPr>
          <p:spPr>
            <a:xfrm rot="-157512" flipH="1">
              <a:off x="7112323" y="35256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0" name="Google Shape;690;p17"/>
            <p:cNvSpPr/>
            <p:nvPr/>
          </p:nvSpPr>
          <p:spPr>
            <a:xfrm rot="-157512" flipH="1">
              <a:off x="7729061" y="729798"/>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1" name="Google Shape;691;p17"/>
            <p:cNvSpPr/>
            <p:nvPr/>
          </p:nvSpPr>
          <p:spPr>
            <a:xfrm rot="-157512" flipH="1">
              <a:off x="7756527" y="-354275"/>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2" name="Google Shape;692;p17"/>
            <p:cNvSpPr/>
            <p:nvPr/>
          </p:nvSpPr>
          <p:spPr>
            <a:xfrm rot="-157512" flipH="1">
              <a:off x="8076682" y="-30913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3" name="Google Shape;693;p17"/>
            <p:cNvSpPr/>
            <p:nvPr/>
          </p:nvSpPr>
          <p:spPr>
            <a:xfrm rot="-157512" flipH="1">
              <a:off x="7450823" y="-32498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4" name="Google Shape;694;p17"/>
            <p:cNvSpPr/>
            <p:nvPr/>
          </p:nvSpPr>
          <p:spPr>
            <a:xfrm rot="-157512" flipH="1">
              <a:off x="8375904" y="240832"/>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5" name="Google Shape;695;p17"/>
            <p:cNvSpPr/>
            <p:nvPr/>
          </p:nvSpPr>
          <p:spPr>
            <a:xfrm rot="-157512" flipH="1">
              <a:off x="7750020" y="224978"/>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5907914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696"/>
        <p:cNvGrpSpPr/>
        <p:nvPr/>
      </p:nvGrpSpPr>
      <p:grpSpPr>
        <a:xfrm>
          <a:off x="0" y="0"/>
          <a:ext cx="0" cy="0"/>
          <a:chOff x="0" y="0"/>
          <a:chExt cx="0" cy="0"/>
        </a:xfrm>
      </p:grpSpPr>
      <p:grpSp>
        <p:nvGrpSpPr>
          <p:cNvPr id="697" name="Google Shape;697;p18"/>
          <p:cNvGrpSpPr/>
          <p:nvPr/>
        </p:nvGrpSpPr>
        <p:grpSpPr>
          <a:xfrm flipH="1">
            <a:off x="9631196" y="4634021"/>
            <a:ext cx="2615697" cy="3199972"/>
            <a:chOff x="108580" y="3135490"/>
            <a:chExt cx="1961773" cy="2399979"/>
          </a:xfrm>
        </p:grpSpPr>
        <p:sp>
          <p:nvSpPr>
            <p:cNvPr id="698" name="Google Shape;698;p18"/>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9" name="Google Shape;699;p18"/>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0" name="Google Shape;700;p18"/>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1" name="Google Shape;701;p18"/>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702" name="Google Shape;702;p18"/>
            <p:cNvGrpSpPr/>
            <p:nvPr/>
          </p:nvGrpSpPr>
          <p:grpSpPr>
            <a:xfrm>
              <a:off x="108580" y="3135490"/>
              <a:ext cx="1961773" cy="2399979"/>
              <a:chOff x="108580" y="3135490"/>
              <a:chExt cx="1961773" cy="2399979"/>
            </a:xfrm>
          </p:grpSpPr>
          <p:sp>
            <p:nvSpPr>
              <p:cNvPr id="703" name="Google Shape;703;p18"/>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4" name="Google Shape;704;p18"/>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5" name="Google Shape;705;p18"/>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6" name="Google Shape;706;p18"/>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7" name="Google Shape;707;p18"/>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8" name="Google Shape;708;p18"/>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9" name="Google Shape;709;p18"/>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0" name="Google Shape;710;p18"/>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1" name="Google Shape;711;p18"/>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712" name="Google Shape;712;p18"/>
          <p:cNvGrpSpPr/>
          <p:nvPr/>
        </p:nvGrpSpPr>
        <p:grpSpPr>
          <a:xfrm flipH="1">
            <a:off x="-338590" y="-474070"/>
            <a:ext cx="2579109" cy="1776015"/>
            <a:chOff x="7107962" y="-355553"/>
            <a:chExt cx="1934332" cy="1332011"/>
          </a:xfrm>
        </p:grpSpPr>
        <p:sp>
          <p:nvSpPr>
            <p:cNvPr id="713" name="Google Shape;713;p18"/>
            <p:cNvSpPr/>
            <p:nvPr/>
          </p:nvSpPr>
          <p:spPr>
            <a:xfrm rot="-157512" flipH="1">
              <a:off x="7124135" y="209124"/>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4" name="Google Shape;714;p18"/>
            <p:cNvSpPr/>
            <p:nvPr/>
          </p:nvSpPr>
          <p:spPr>
            <a:xfrm rot="-157512" flipH="1">
              <a:off x="7112323" y="35256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5" name="Google Shape;715;p18"/>
            <p:cNvSpPr/>
            <p:nvPr/>
          </p:nvSpPr>
          <p:spPr>
            <a:xfrm rot="-157512" flipH="1">
              <a:off x="7729061" y="729798"/>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6" name="Google Shape;716;p18"/>
            <p:cNvSpPr/>
            <p:nvPr/>
          </p:nvSpPr>
          <p:spPr>
            <a:xfrm rot="-157512" flipH="1">
              <a:off x="7756527" y="-354275"/>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7" name="Google Shape;717;p18"/>
            <p:cNvSpPr/>
            <p:nvPr/>
          </p:nvSpPr>
          <p:spPr>
            <a:xfrm rot="-157512" flipH="1">
              <a:off x="8076682" y="-30913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8" name="Google Shape;718;p18"/>
            <p:cNvSpPr/>
            <p:nvPr/>
          </p:nvSpPr>
          <p:spPr>
            <a:xfrm rot="-157512" flipH="1">
              <a:off x="7450823" y="-32498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9" name="Google Shape;719;p18"/>
            <p:cNvSpPr/>
            <p:nvPr/>
          </p:nvSpPr>
          <p:spPr>
            <a:xfrm rot="-157512" flipH="1">
              <a:off x="8375904" y="240832"/>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0" name="Google Shape;720;p18"/>
            <p:cNvSpPr/>
            <p:nvPr/>
          </p:nvSpPr>
          <p:spPr>
            <a:xfrm rot="-157512" flipH="1">
              <a:off x="7750020" y="224978"/>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21" name="Google Shape;721;p18"/>
          <p:cNvSpPr txBox="1">
            <a:spLocks noGrp="1"/>
          </p:cNvSpPr>
          <p:nvPr>
            <p:ph type="title"/>
          </p:nvPr>
        </p:nvSpPr>
        <p:spPr>
          <a:xfrm>
            <a:off x="960000" y="2231333"/>
            <a:ext cx="59552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722" name="Google Shape;722;p18"/>
          <p:cNvSpPr txBox="1">
            <a:spLocks noGrp="1"/>
          </p:cNvSpPr>
          <p:nvPr>
            <p:ph type="subTitle" idx="1"/>
          </p:nvPr>
        </p:nvSpPr>
        <p:spPr>
          <a:xfrm>
            <a:off x="960000" y="2994933"/>
            <a:ext cx="5955200" cy="185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000"/>
              <a:buFont typeface="Anaheim"/>
              <a:buChar char="◆"/>
              <a:defRPr/>
            </a:lvl1pPr>
            <a:lvl2pPr lvl="1" algn="ctr" rtl="0">
              <a:lnSpc>
                <a:spcPct val="100000"/>
              </a:lnSpc>
              <a:spcBef>
                <a:spcPts val="0"/>
              </a:spcBef>
              <a:spcAft>
                <a:spcPts val="0"/>
              </a:spcAft>
              <a:buClr>
                <a:srgbClr val="595959"/>
              </a:buClr>
              <a:buSzPts val="1400"/>
              <a:buFont typeface="Anaheim"/>
              <a:buChar char="○"/>
              <a:defRPr/>
            </a:lvl2pPr>
            <a:lvl3pPr lvl="2" algn="ctr" rtl="0">
              <a:lnSpc>
                <a:spcPct val="100000"/>
              </a:lnSpc>
              <a:spcBef>
                <a:spcPts val="0"/>
              </a:spcBef>
              <a:spcAft>
                <a:spcPts val="0"/>
              </a:spcAft>
              <a:buClr>
                <a:srgbClr val="595959"/>
              </a:buClr>
              <a:buSzPts val="1400"/>
              <a:buFont typeface="Anaheim"/>
              <a:buChar char="■"/>
              <a:defRPr/>
            </a:lvl3pPr>
            <a:lvl4pPr lvl="3" algn="ctr" rtl="0">
              <a:lnSpc>
                <a:spcPct val="100000"/>
              </a:lnSpc>
              <a:spcBef>
                <a:spcPts val="0"/>
              </a:spcBef>
              <a:spcAft>
                <a:spcPts val="0"/>
              </a:spcAft>
              <a:buClr>
                <a:srgbClr val="595959"/>
              </a:buClr>
              <a:buSzPts val="1400"/>
              <a:buFont typeface="Anaheim"/>
              <a:buChar char="●"/>
              <a:defRPr/>
            </a:lvl4pPr>
            <a:lvl5pPr lvl="4" algn="ctr" rtl="0">
              <a:lnSpc>
                <a:spcPct val="100000"/>
              </a:lnSpc>
              <a:spcBef>
                <a:spcPts val="0"/>
              </a:spcBef>
              <a:spcAft>
                <a:spcPts val="0"/>
              </a:spcAft>
              <a:buClr>
                <a:srgbClr val="595959"/>
              </a:buClr>
              <a:buSzPts val="1400"/>
              <a:buFont typeface="Anaheim"/>
              <a:buChar char="○"/>
              <a:defRPr/>
            </a:lvl5pPr>
            <a:lvl6pPr lvl="5" algn="ctr" rtl="0">
              <a:lnSpc>
                <a:spcPct val="100000"/>
              </a:lnSpc>
              <a:spcBef>
                <a:spcPts val="0"/>
              </a:spcBef>
              <a:spcAft>
                <a:spcPts val="0"/>
              </a:spcAft>
              <a:buClr>
                <a:srgbClr val="595959"/>
              </a:buClr>
              <a:buSzPts val="1400"/>
              <a:buFont typeface="Anaheim"/>
              <a:buChar char="■"/>
              <a:defRPr/>
            </a:lvl6pPr>
            <a:lvl7pPr lvl="6" algn="ctr" rtl="0">
              <a:lnSpc>
                <a:spcPct val="100000"/>
              </a:lnSpc>
              <a:spcBef>
                <a:spcPts val="0"/>
              </a:spcBef>
              <a:spcAft>
                <a:spcPts val="0"/>
              </a:spcAft>
              <a:buClr>
                <a:srgbClr val="595959"/>
              </a:buClr>
              <a:buSzPts val="1400"/>
              <a:buFont typeface="Anaheim"/>
              <a:buChar char="●"/>
              <a:defRPr/>
            </a:lvl7pPr>
            <a:lvl8pPr lvl="7" algn="ctr" rtl="0">
              <a:lnSpc>
                <a:spcPct val="100000"/>
              </a:lnSpc>
              <a:spcBef>
                <a:spcPts val="0"/>
              </a:spcBef>
              <a:spcAft>
                <a:spcPts val="0"/>
              </a:spcAft>
              <a:buClr>
                <a:srgbClr val="595959"/>
              </a:buClr>
              <a:buSzPts val="1400"/>
              <a:buFont typeface="Anaheim"/>
              <a:buChar char="○"/>
              <a:defRPr/>
            </a:lvl8pPr>
            <a:lvl9pPr lvl="8" algn="ctr" rtl="0">
              <a:lnSpc>
                <a:spcPct val="100000"/>
              </a:lnSpc>
              <a:spcBef>
                <a:spcPts val="0"/>
              </a:spcBef>
              <a:spcAft>
                <a:spcPts val="0"/>
              </a:spcAft>
              <a:buClr>
                <a:srgbClr val="595959"/>
              </a:buClr>
              <a:buSzPts val="1400"/>
              <a:buFont typeface="Anaheim"/>
              <a:buChar char="■"/>
              <a:defRPr/>
            </a:lvl9pPr>
          </a:lstStyle>
          <a:p>
            <a:r>
              <a:rPr lang="en-US"/>
              <a:t>Click to edit Master subtitle style</a:t>
            </a:r>
            <a:endParaRPr/>
          </a:p>
        </p:txBody>
      </p:sp>
    </p:spTree>
    <p:extLst>
      <p:ext uri="{BB962C8B-B14F-4D97-AF65-F5344CB8AC3E}">
        <p14:creationId xmlns:p14="http://schemas.microsoft.com/office/powerpoint/2010/main" val="10920962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723"/>
        <p:cNvGrpSpPr/>
        <p:nvPr/>
      </p:nvGrpSpPr>
      <p:grpSpPr>
        <a:xfrm>
          <a:off x="0" y="0"/>
          <a:ext cx="0" cy="0"/>
          <a:chOff x="0" y="0"/>
          <a:chExt cx="0" cy="0"/>
        </a:xfrm>
      </p:grpSpPr>
      <p:sp>
        <p:nvSpPr>
          <p:cNvPr id="724" name="Google Shape;724;p19"/>
          <p:cNvSpPr txBox="1">
            <a:spLocks noGrp="1"/>
          </p:cNvSpPr>
          <p:nvPr>
            <p:ph type="title"/>
          </p:nvPr>
        </p:nvSpPr>
        <p:spPr>
          <a:xfrm>
            <a:off x="6702400" y="2668197"/>
            <a:ext cx="4210000" cy="76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725" name="Google Shape;725;p19"/>
          <p:cNvSpPr txBox="1">
            <a:spLocks noGrp="1"/>
          </p:cNvSpPr>
          <p:nvPr>
            <p:ph type="subTitle" idx="1"/>
          </p:nvPr>
        </p:nvSpPr>
        <p:spPr>
          <a:xfrm>
            <a:off x="6702700" y="3436179"/>
            <a:ext cx="4210000" cy="1056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726" name="Google Shape;726;p19"/>
          <p:cNvGrpSpPr/>
          <p:nvPr/>
        </p:nvGrpSpPr>
        <p:grpSpPr>
          <a:xfrm>
            <a:off x="9267723" y="-196008"/>
            <a:ext cx="3376967" cy="2509000"/>
            <a:chOff x="7221517" y="-507956"/>
            <a:chExt cx="2532725" cy="1881750"/>
          </a:xfrm>
        </p:grpSpPr>
        <p:sp>
          <p:nvSpPr>
            <p:cNvPr id="727" name="Google Shape;727;p19"/>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8" name="Google Shape;728;p19"/>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9" name="Google Shape;729;p19"/>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0" name="Google Shape;730;p19"/>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1" name="Google Shape;731;p19"/>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2" name="Google Shape;732;p19"/>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3" name="Google Shape;733;p19"/>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4" name="Google Shape;734;p19"/>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5" name="Google Shape;735;p19"/>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6" name="Google Shape;736;p19"/>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37" name="Google Shape;737;p19"/>
          <p:cNvGrpSpPr/>
          <p:nvPr/>
        </p:nvGrpSpPr>
        <p:grpSpPr>
          <a:xfrm>
            <a:off x="8532457" y="5017659"/>
            <a:ext cx="3376967" cy="2509000"/>
            <a:chOff x="7221517" y="-507956"/>
            <a:chExt cx="2532725" cy="1881750"/>
          </a:xfrm>
        </p:grpSpPr>
        <p:sp>
          <p:nvSpPr>
            <p:cNvPr id="738" name="Google Shape;738;p19"/>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9" name="Google Shape;739;p19"/>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0" name="Google Shape;740;p19"/>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1" name="Google Shape;741;p19"/>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2" name="Google Shape;742;p19"/>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3" name="Google Shape;743;p19"/>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4" name="Google Shape;744;p19"/>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5" name="Google Shape;745;p19"/>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6" name="Google Shape;746;p19"/>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7" name="Google Shape;747;p19"/>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5721245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748"/>
        <p:cNvGrpSpPr/>
        <p:nvPr/>
      </p:nvGrpSpPr>
      <p:grpSpPr>
        <a:xfrm>
          <a:off x="0" y="0"/>
          <a:ext cx="0" cy="0"/>
          <a:chOff x="0" y="0"/>
          <a:chExt cx="0" cy="0"/>
        </a:xfrm>
      </p:grpSpPr>
      <p:sp>
        <p:nvSpPr>
          <p:cNvPr id="749" name="Google Shape;749;p20"/>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750" name="Google Shape;750;p20"/>
          <p:cNvSpPr txBox="1">
            <a:spLocks noGrp="1"/>
          </p:cNvSpPr>
          <p:nvPr>
            <p:ph type="subTitle" idx="1"/>
          </p:nvPr>
        </p:nvSpPr>
        <p:spPr>
          <a:xfrm>
            <a:off x="5649247" y="4612296"/>
            <a:ext cx="3340800" cy="646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51" name="Google Shape;751;p20"/>
          <p:cNvSpPr txBox="1">
            <a:spLocks noGrp="1"/>
          </p:cNvSpPr>
          <p:nvPr>
            <p:ph type="subTitle" idx="2"/>
          </p:nvPr>
        </p:nvSpPr>
        <p:spPr>
          <a:xfrm>
            <a:off x="3201951" y="2740863"/>
            <a:ext cx="3340800" cy="64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52" name="Google Shape;752;p20"/>
          <p:cNvSpPr txBox="1">
            <a:spLocks noGrp="1"/>
          </p:cNvSpPr>
          <p:nvPr>
            <p:ph type="subTitle" idx="3"/>
          </p:nvPr>
        </p:nvSpPr>
        <p:spPr>
          <a:xfrm>
            <a:off x="3201951" y="2131267"/>
            <a:ext cx="3340800" cy="60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753" name="Google Shape;753;p20"/>
          <p:cNvSpPr txBox="1">
            <a:spLocks noGrp="1"/>
          </p:cNvSpPr>
          <p:nvPr>
            <p:ph type="subTitle" idx="4"/>
          </p:nvPr>
        </p:nvSpPr>
        <p:spPr>
          <a:xfrm>
            <a:off x="5649251" y="4002700"/>
            <a:ext cx="3340800" cy="609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754" name="Google Shape;754;p20"/>
          <p:cNvGrpSpPr/>
          <p:nvPr/>
        </p:nvGrpSpPr>
        <p:grpSpPr>
          <a:xfrm rot="-121718">
            <a:off x="10012672" y="-498783"/>
            <a:ext cx="2615768" cy="3200059"/>
            <a:chOff x="108580" y="3135490"/>
            <a:chExt cx="1961773" cy="2399979"/>
          </a:xfrm>
        </p:grpSpPr>
        <p:sp>
          <p:nvSpPr>
            <p:cNvPr id="755" name="Google Shape;755;p20"/>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6" name="Google Shape;756;p20"/>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7" name="Google Shape;757;p20"/>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8" name="Google Shape;758;p20"/>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759" name="Google Shape;759;p20"/>
            <p:cNvGrpSpPr/>
            <p:nvPr/>
          </p:nvGrpSpPr>
          <p:grpSpPr>
            <a:xfrm>
              <a:off x="108580" y="3135490"/>
              <a:ext cx="1961773" cy="2399979"/>
              <a:chOff x="108580" y="3135490"/>
              <a:chExt cx="1961773" cy="2399979"/>
            </a:xfrm>
          </p:grpSpPr>
          <p:sp>
            <p:nvSpPr>
              <p:cNvPr id="760" name="Google Shape;760;p20"/>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1" name="Google Shape;761;p20"/>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2" name="Google Shape;762;p20"/>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3" name="Google Shape;763;p20"/>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4" name="Google Shape;764;p20"/>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5" name="Google Shape;765;p20"/>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6" name="Google Shape;766;p20"/>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7" name="Google Shape;767;p20"/>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8" name="Google Shape;768;p20"/>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769" name="Google Shape;769;p20"/>
          <p:cNvGrpSpPr/>
          <p:nvPr/>
        </p:nvGrpSpPr>
        <p:grpSpPr>
          <a:xfrm rot="-121718">
            <a:off x="-248928" y="4428817"/>
            <a:ext cx="2615768" cy="3200059"/>
            <a:chOff x="108580" y="3135490"/>
            <a:chExt cx="1961773" cy="2399979"/>
          </a:xfrm>
        </p:grpSpPr>
        <p:sp>
          <p:nvSpPr>
            <p:cNvPr id="770" name="Google Shape;770;p20"/>
            <p:cNvSpPr/>
            <p:nvPr/>
          </p:nvSpPr>
          <p:spPr>
            <a:xfrm rot="-157512" flipH="1">
              <a:off x="1392148" y="33295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1" name="Google Shape;771;p20"/>
            <p:cNvSpPr/>
            <p:nvPr/>
          </p:nvSpPr>
          <p:spPr>
            <a:xfrm rot="-157512" flipH="1">
              <a:off x="1064998" y="386414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2" name="Google Shape;772;p20"/>
            <p:cNvSpPr/>
            <p:nvPr/>
          </p:nvSpPr>
          <p:spPr>
            <a:xfrm rot="-157512" flipH="1">
              <a:off x="1364223" y="440671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3" name="Google Shape;773;p20"/>
            <p:cNvSpPr/>
            <p:nvPr/>
          </p:nvSpPr>
          <p:spPr>
            <a:xfrm rot="-157512" flipH="1">
              <a:off x="119483" y="4382794"/>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774" name="Google Shape;774;p20"/>
            <p:cNvGrpSpPr/>
            <p:nvPr/>
          </p:nvGrpSpPr>
          <p:grpSpPr>
            <a:xfrm>
              <a:off x="108580" y="3135490"/>
              <a:ext cx="1961773" cy="2399979"/>
              <a:chOff x="108580" y="3135490"/>
              <a:chExt cx="1961773" cy="2399979"/>
            </a:xfrm>
          </p:grpSpPr>
          <p:sp>
            <p:nvSpPr>
              <p:cNvPr id="775" name="Google Shape;775;p20"/>
              <p:cNvSpPr/>
              <p:nvPr/>
            </p:nvSpPr>
            <p:spPr>
              <a:xfrm rot="-157512" flipH="1">
                <a:off x="1376547" y="4265784"/>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6" name="Google Shape;776;p20"/>
              <p:cNvSpPr/>
              <p:nvPr/>
            </p:nvSpPr>
            <p:spPr>
              <a:xfrm rot="-157512" flipH="1">
                <a:off x="1077325" y="3715820"/>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7" name="Google Shape;777;p20"/>
              <p:cNvSpPr/>
              <p:nvPr/>
            </p:nvSpPr>
            <p:spPr>
              <a:xfrm rot="-157512" flipH="1">
                <a:off x="1404013" y="3181711"/>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8" name="Google Shape;778;p20"/>
              <p:cNvSpPr/>
              <p:nvPr/>
            </p:nvSpPr>
            <p:spPr>
              <a:xfrm rot="-157512" flipH="1">
                <a:off x="451466" y="3699965"/>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9" name="Google Shape;779;p20"/>
              <p:cNvSpPr/>
              <p:nvPr/>
            </p:nvSpPr>
            <p:spPr>
              <a:xfrm rot="-157512" flipH="1">
                <a:off x="152244" y="3150001"/>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0" name="Google Shape;780;p20"/>
              <p:cNvSpPr/>
              <p:nvPr/>
            </p:nvSpPr>
            <p:spPr>
              <a:xfrm rot="-157512" flipH="1">
                <a:off x="778129" y="3165856"/>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1" name="Google Shape;781;p20"/>
              <p:cNvSpPr/>
              <p:nvPr/>
            </p:nvSpPr>
            <p:spPr>
              <a:xfrm rot="-157512" flipH="1">
                <a:off x="124753" y="4234050"/>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2" name="Google Shape;782;p20"/>
              <p:cNvSpPr/>
              <p:nvPr/>
            </p:nvSpPr>
            <p:spPr>
              <a:xfrm rot="-157512" flipH="1">
                <a:off x="423974" y="4784014"/>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3" name="Google Shape;783;p20"/>
              <p:cNvSpPr/>
              <p:nvPr/>
            </p:nvSpPr>
            <p:spPr>
              <a:xfrm rot="-157512" flipH="1">
                <a:off x="1049859" y="4799893"/>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9094058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784"/>
        <p:cNvGrpSpPr/>
        <p:nvPr/>
      </p:nvGrpSpPr>
      <p:grpSpPr>
        <a:xfrm>
          <a:off x="0" y="0"/>
          <a:ext cx="0" cy="0"/>
          <a:chOff x="0" y="0"/>
          <a:chExt cx="0" cy="0"/>
        </a:xfrm>
      </p:grpSpPr>
      <p:sp>
        <p:nvSpPr>
          <p:cNvPr id="785" name="Google Shape;785;p21"/>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786" name="Google Shape;786;p21"/>
          <p:cNvSpPr txBox="1">
            <a:spLocks noGrp="1"/>
          </p:cNvSpPr>
          <p:nvPr>
            <p:ph type="subTitle" idx="1"/>
          </p:nvPr>
        </p:nvSpPr>
        <p:spPr>
          <a:xfrm>
            <a:off x="6728397" y="2095500"/>
            <a:ext cx="4511200" cy="373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787" name="Google Shape;787;p21"/>
          <p:cNvSpPr txBox="1">
            <a:spLocks noGrp="1"/>
          </p:cNvSpPr>
          <p:nvPr>
            <p:ph type="subTitle" idx="2"/>
          </p:nvPr>
        </p:nvSpPr>
        <p:spPr>
          <a:xfrm>
            <a:off x="952633" y="2095500"/>
            <a:ext cx="4511200" cy="373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grpSp>
        <p:nvGrpSpPr>
          <p:cNvPr id="788" name="Google Shape;788;p21"/>
          <p:cNvGrpSpPr/>
          <p:nvPr/>
        </p:nvGrpSpPr>
        <p:grpSpPr>
          <a:xfrm>
            <a:off x="9984290" y="-677275"/>
            <a:ext cx="3376967" cy="2509000"/>
            <a:chOff x="7221517" y="-507956"/>
            <a:chExt cx="2532725" cy="1881750"/>
          </a:xfrm>
        </p:grpSpPr>
        <p:sp>
          <p:nvSpPr>
            <p:cNvPr id="789" name="Google Shape;789;p21"/>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0" name="Google Shape;790;p21"/>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1" name="Google Shape;791;p21"/>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2" name="Google Shape;792;p21"/>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3" name="Google Shape;793;p21"/>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4" name="Google Shape;794;p21"/>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5" name="Google Shape;795;p21"/>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6" name="Google Shape;796;p21"/>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7" name="Google Shape;797;p21"/>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8" name="Google Shape;798;p21"/>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99" name="Google Shape;799;p21"/>
          <p:cNvGrpSpPr/>
          <p:nvPr/>
        </p:nvGrpSpPr>
        <p:grpSpPr>
          <a:xfrm flipH="1">
            <a:off x="-1293310" y="-677275"/>
            <a:ext cx="3376967" cy="2509000"/>
            <a:chOff x="7221517" y="-507956"/>
            <a:chExt cx="2532725" cy="1881750"/>
          </a:xfrm>
        </p:grpSpPr>
        <p:sp>
          <p:nvSpPr>
            <p:cNvPr id="800" name="Google Shape;800;p21"/>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1" name="Google Shape;801;p21"/>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2" name="Google Shape;802;p21"/>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3" name="Google Shape;803;p21"/>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4" name="Google Shape;804;p21"/>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5" name="Google Shape;805;p21"/>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6" name="Google Shape;806;p21"/>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7" name="Google Shape;807;p21"/>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8" name="Google Shape;808;p21"/>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9" name="Google Shape;809;p21"/>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908593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810"/>
        <p:cNvGrpSpPr/>
        <p:nvPr/>
      </p:nvGrpSpPr>
      <p:grpSpPr>
        <a:xfrm>
          <a:off x="0" y="0"/>
          <a:ext cx="0" cy="0"/>
          <a:chOff x="0" y="0"/>
          <a:chExt cx="0" cy="0"/>
        </a:xfrm>
      </p:grpSpPr>
      <p:sp>
        <p:nvSpPr>
          <p:cNvPr id="811" name="Google Shape;811;p22"/>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812" name="Google Shape;812;p22"/>
          <p:cNvSpPr txBox="1">
            <a:spLocks noGrp="1"/>
          </p:cNvSpPr>
          <p:nvPr>
            <p:ph type="subTitle" idx="1"/>
          </p:nvPr>
        </p:nvSpPr>
        <p:spPr>
          <a:xfrm>
            <a:off x="1235983" y="4241000"/>
            <a:ext cx="2793600" cy="119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13" name="Google Shape;813;p22"/>
          <p:cNvSpPr txBox="1">
            <a:spLocks noGrp="1"/>
          </p:cNvSpPr>
          <p:nvPr>
            <p:ph type="subTitle" idx="2"/>
          </p:nvPr>
        </p:nvSpPr>
        <p:spPr>
          <a:xfrm>
            <a:off x="4699199" y="4241000"/>
            <a:ext cx="2793600" cy="119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14" name="Google Shape;814;p22"/>
          <p:cNvSpPr txBox="1">
            <a:spLocks noGrp="1"/>
          </p:cNvSpPr>
          <p:nvPr>
            <p:ph type="subTitle" idx="3"/>
          </p:nvPr>
        </p:nvSpPr>
        <p:spPr>
          <a:xfrm>
            <a:off x="8162415" y="4241000"/>
            <a:ext cx="2793600" cy="119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15" name="Google Shape;815;p22"/>
          <p:cNvSpPr txBox="1">
            <a:spLocks noGrp="1"/>
          </p:cNvSpPr>
          <p:nvPr>
            <p:ph type="subTitle" idx="4"/>
          </p:nvPr>
        </p:nvSpPr>
        <p:spPr>
          <a:xfrm>
            <a:off x="1235983" y="3634900"/>
            <a:ext cx="2793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16" name="Google Shape;816;p22"/>
          <p:cNvSpPr txBox="1">
            <a:spLocks noGrp="1"/>
          </p:cNvSpPr>
          <p:nvPr>
            <p:ph type="subTitle" idx="5"/>
          </p:nvPr>
        </p:nvSpPr>
        <p:spPr>
          <a:xfrm>
            <a:off x="4699199" y="3634900"/>
            <a:ext cx="2793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17" name="Google Shape;817;p22"/>
          <p:cNvSpPr txBox="1">
            <a:spLocks noGrp="1"/>
          </p:cNvSpPr>
          <p:nvPr>
            <p:ph type="subTitle" idx="6"/>
          </p:nvPr>
        </p:nvSpPr>
        <p:spPr>
          <a:xfrm>
            <a:off x="8162415" y="3634900"/>
            <a:ext cx="2793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818" name="Google Shape;818;p22"/>
          <p:cNvGrpSpPr/>
          <p:nvPr/>
        </p:nvGrpSpPr>
        <p:grpSpPr>
          <a:xfrm>
            <a:off x="9628690" y="-677275"/>
            <a:ext cx="3376967" cy="2509000"/>
            <a:chOff x="7221517" y="-507956"/>
            <a:chExt cx="2532725" cy="1881750"/>
          </a:xfrm>
        </p:grpSpPr>
        <p:sp>
          <p:nvSpPr>
            <p:cNvPr id="819" name="Google Shape;819;p22"/>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0" name="Google Shape;820;p22"/>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1" name="Google Shape;821;p22"/>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2" name="Google Shape;822;p22"/>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3" name="Google Shape;823;p22"/>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4" name="Google Shape;824;p22"/>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5" name="Google Shape;825;p22"/>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6" name="Google Shape;826;p22"/>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7" name="Google Shape;827;p22"/>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8" name="Google Shape;828;p22"/>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29" name="Google Shape;829;p22"/>
          <p:cNvGrpSpPr/>
          <p:nvPr/>
        </p:nvGrpSpPr>
        <p:grpSpPr>
          <a:xfrm flipH="1">
            <a:off x="-1115510" y="-677275"/>
            <a:ext cx="3376967" cy="2509000"/>
            <a:chOff x="7221517" y="-507956"/>
            <a:chExt cx="2532725" cy="1881750"/>
          </a:xfrm>
        </p:grpSpPr>
        <p:sp>
          <p:nvSpPr>
            <p:cNvPr id="830" name="Google Shape;830;p22"/>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1" name="Google Shape;831;p22"/>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2" name="Google Shape;832;p22"/>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3" name="Google Shape;833;p22"/>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4" name="Google Shape;834;p22"/>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5" name="Google Shape;835;p22"/>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6" name="Google Shape;836;p22"/>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7" name="Google Shape;837;p22"/>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8" name="Google Shape;838;p22"/>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9" name="Google Shape;839;p22"/>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8991225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840"/>
        <p:cNvGrpSpPr/>
        <p:nvPr/>
      </p:nvGrpSpPr>
      <p:grpSpPr>
        <a:xfrm>
          <a:off x="0" y="0"/>
          <a:ext cx="0" cy="0"/>
          <a:chOff x="0" y="0"/>
          <a:chExt cx="0" cy="0"/>
        </a:xfrm>
      </p:grpSpPr>
      <p:sp>
        <p:nvSpPr>
          <p:cNvPr id="841" name="Google Shape;841;p23"/>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842" name="Google Shape;842;p23"/>
          <p:cNvSpPr txBox="1">
            <a:spLocks noGrp="1"/>
          </p:cNvSpPr>
          <p:nvPr>
            <p:ph type="subTitle" idx="1"/>
          </p:nvPr>
        </p:nvSpPr>
        <p:spPr>
          <a:xfrm>
            <a:off x="2340433" y="2939700"/>
            <a:ext cx="3460000" cy="6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43" name="Google Shape;843;p23"/>
          <p:cNvSpPr txBox="1">
            <a:spLocks noGrp="1"/>
          </p:cNvSpPr>
          <p:nvPr>
            <p:ph type="subTitle" idx="2"/>
          </p:nvPr>
        </p:nvSpPr>
        <p:spPr>
          <a:xfrm>
            <a:off x="6391579" y="2939700"/>
            <a:ext cx="3460000" cy="6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44" name="Google Shape;844;p23"/>
          <p:cNvSpPr txBox="1">
            <a:spLocks noGrp="1"/>
          </p:cNvSpPr>
          <p:nvPr>
            <p:ph type="subTitle" idx="3"/>
          </p:nvPr>
        </p:nvSpPr>
        <p:spPr>
          <a:xfrm>
            <a:off x="2340433" y="4850900"/>
            <a:ext cx="3460000" cy="6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45" name="Google Shape;845;p23"/>
          <p:cNvSpPr txBox="1">
            <a:spLocks noGrp="1"/>
          </p:cNvSpPr>
          <p:nvPr>
            <p:ph type="subTitle" idx="4"/>
          </p:nvPr>
        </p:nvSpPr>
        <p:spPr>
          <a:xfrm>
            <a:off x="6391579" y="4850900"/>
            <a:ext cx="3460000" cy="6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46" name="Google Shape;846;p23"/>
          <p:cNvSpPr txBox="1">
            <a:spLocks noGrp="1"/>
          </p:cNvSpPr>
          <p:nvPr>
            <p:ph type="subTitle" idx="5"/>
          </p:nvPr>
        </p:nvSpPr>
        <p:spPr>
          <a:xfrm>
            <a:off x="2340433" y="2330100"/>
            <a:ext cx="34600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47" name="Google Shape;847;p23"/>
          <p:cNvSpPr txBox="1">
            <a:spLocks noGrp="1"/>
          </p:cNvSpPr>
          <p:nvPr>
            <p:ph type="subTitle" idx="6"/>
          </p:nvPr>
        </p:nvSpPr>
        <p:spPr>
          <a:xfrm>
            <a:off x="2340433" y="4241300"/>
            <a:ext cx="34600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48" name="Google Shape;848;p23"/>
          <p:cNvSpPr txBox="1">
            <a:spLocks noGrp="1"/>
          </p:cNvSpPr>
          <p:nvPr>
            <p:ph type="subTitle" idx="7"/>
          </p:nvPr>
        </p:nvSpPr>
        <p:spPr>
          <a:xfrm>
            <a:off x="6391573" y="2330100"/>
            <a:ext cx="34600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49" name="Google Shape;849;p23"/>
          <p:cNvSpPr txBox="1">
            <a:spLocks noGrp="1"/>
          </p:cNvSpPr>
          <p:nvPr>
            <p:ph type="subTitle" idx="8"/>
          </p:nvPr>
        </p:nvSpPr>
        <p:spPr>
          <a:xfrm>
            <a:off x="6391573" y="4241300"/>
            <a:ext cx="34600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850" name="Google Shape;850;p23"/>
          <p:cNvGrpSpPr/>
          <p:nvPr/>
        </p:nvGrpSpPr>
        <p:grpSpPr>
          <a:xfrm flipH="1">
            <a:off x="-1179010" y="-677275"/>
            <a:ext cx="3376967" cy="2509000"/>
            <a:chOff x="7221517" y="-507956"/>
            <a:chExt cx="2532725" cy="1881750"/>
          </a:xfrm>
        </p:grpSpPr>
        <p:sp>
          <p:nvSpPr>
            <p:cNvPr id="851" name="Google Shape;851;p23"/>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2" name="Google Shape;852;p23"/>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3" name="Google Shape;853;p23"/>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4" name="Google Shape;854;p23"/>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5" name="Google Shape;855;p23"/>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6" name="Google Shape;856;p23"/>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7" name="Google Shape;857;p23"/>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8" name="Google Shape;858;p23"/>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9" name="Google Shape;859;p23"/>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0" name="Google Shape;860;p23"/>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61" name="Google Shape;861;p23"/>
          <p:cNvGrpSpPr/>
          <p:nvPr/>
        </p:nvGrpSpPr>
        <p:grpSpPr>
          <a:xfrm flipH="1">
            <a:off x="9895390" y="5456825"/>
            <a:ext cx="3376967" cy="2509000"/>
            <a:chOff x="7221517" y="-507956"/>
            <a:chExt cx="2532725" cy="1881750"/>
          </a:xfrm>
        </p:grpSpPr>
        <p:sp>
          <p:nvSpPr>
            <p:cNvPr id="862" name="Google Shape;862;p23"/>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3" name="Google Shape;863;p23"/>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4" name="Google Shape;864;p23"/>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5" name="Google Shape;865;p23"/>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6" name="Google Shape;866;p23"/>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7" name="Google Shape;867;p23"/>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8" name="Google Shape;868;p23"/>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9" name="Google Shape;869;p23"/>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0" name="Google Shape;870;p23"/>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1" name="Google Shape;871;p23"/>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0328228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872"/>
        <p:cNvGrpSpPr/>
        <p:nvPr/>
      </p:nvGrpSpPr>
      <p:grpSpPr>
        <a:xfrm>
          <a:off x="0" y="0"/>
          <a:ext cx="0" cy="0"/>
          <a:chOff x="0" y="0"/>
          <a:chExt cx="0" cy="0"/>
        </a:xfrm>
      </p:grpSpPr>
      <p:pic>
        <p:nvPicPr>
          <p:cNvPr id="873" name="Google Shape;873;p24"/>
          <p:cNvPicPr preferRelativeResize="0"/>
          <p:nvPr/>
        </p:nvPicPr>
        <p:blipFill rotWithShape="1">
          <a:blip r:embed="rId2">
            <a:alphaModFix/>
          </a:blip>
          <a:srcRect l="24331" t="5721" r="23342" b="4591"/>
          <a:stretch/>
        </p:blipFill>
        <p:spPr>
          <a:xfrm rot="2268302">
            <a:off x="10127016" y="-581401"/>
            <a:ext cx="2476499" cy="2387599"/>
          </a:xfrm>
          <a:prstGeom prst="rect">
            <a:avLst/>
          </a:prstGeom>
          <a:noFill/>
          <a:ln>
            <a:noFill/>
          </a:ln>
        </p:spPr>
      </p:pic>
      <p:sp>
        <p:nvSpPr>
          <p:cNvPr id="874" name="Google Shape;874;p24"/>
          <p:cNvSpPr txBox="1">
            <a:spLocks noGrp="1"/>
          </p:cNvSpPr>
          <p:nvPr>
            <p:ph type="title"/>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875" name="Google Shape;875;p24"/>
          <p:cNvSpPr txBox="1">
            <a:spLocks noGrp="1"/>
          </p:cNvSpPr>
          <p:nvPr>
            <p:ph type="subTitle" idx="1"/>
          </p:nvPr>
        </p:nvSpPr>
        <p:spPr>
          <a:xfrm>
            <a:off x="1480273" y="29242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76" name="Google Shape;876;p24"/>
          <p:cNvSpPr txBox="1">
            <a:spLocks noGrp="1"/>
          </p:cNvSpPr>
          <p:nvPr>
            <p:ph type="subTitle" idx="2"/>
          </p:nvPr>
        </p:nvSpPr>
        <p:spPr>
          <a:xfrm>
            <a:off x="4773400" y="29242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77" name="Google Shape;877;p24"/>
          <p:cNvSpPr txBox="1">
            <a:spLocks noGrp="1"/>
          </p:cNvSpPr>
          <p:nvPr>
            <p:ph type="subTitle" idx="3"/>
          </p:nvPr>
        </p:nvSpPr>
        <p:spPr>
          <a:xfrm>
            <a:off x="1480273" y="49370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78" name="Google Shape;878;p24"/>
          <p:cNvSpPr txBox="1">
            <a:spLocks noGrp="1"/>
          </p:cNvSpPr>
          <p:nvPr>
            <p:ph type="subTitle" idx="4"/>
          </p:nvPr>
        </p:nvSpPr>
        <p:spPr>
          <a:xfrm>
            <a:off x="4773400" y="49370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79" name="Google Shape;879;p24"/>
          <p:cNvSpPr txBox="1">
            <a:spLocks noGrp="1"/>
          </p:cNvSpPr>
          <p:nvPr>
            <p:ph type="subTitle" idx="5"/>
          </p:nvPr>
        </p:nvSpPr>
        <p:spPr>
          <a:xfrm>
            <a:off x="8066527" y="29242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80" name="Google Shape;880;p24"/>
          <p:cNvSpPr txBox="1">
            <a:spLocks noGrp="1"/>
          </p:cNvSpPr>
          <p:nvPr>
            <p:ph type="subTitle" idx="6"/>
          </p:nvPr>
        </p:nvSpPr>
        <p:spPr>
          <a:xfrm>
            <a:off x="8066527" y="4937033"/>
            <a:ext cx="2648000" cy="64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81" name="Google Shape;881;p24"/>
          <p:cNvSpPr txBox="1">
            <a:spLocks noGrp="1"/>
          </p:cNvSpPr>
          <p:nvPr>
            <p:ph type="subTitle" idx="7"/>
          </p:nvPr>
        </p:nvSpPr>
        <p:spPr>
          <a:xfrm>
            <a:off x="1481473" y="2314617"/>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82" name="Google Shape;882;p24"/>
          <p:cNvSpPr txBox="1">
            <a:spLocks noGrp="1"/>
          </p:cNvSpPr>
          <p:nvPr>
            <p:ph type="subTitle" idx="8"/>
          </p:nvPr>
        </p:nvSpPr>
        <p:spPr>
          <a:xfrm>
            <a:off x="4774600" y="2314617"/>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83" name="Google Shape;883;p24"/>
          <p:cNvSpPr txBox="1">
            <a:spLocks noGrp="1"/>
          </p:cNvSpPr>
          <p:nvPr>
            <p:ph type="subTitle" idx="9"/>
          </p:nvPr>
        </p:nvSpPr>
        <p:spPr>
          <a:xfrm>
            <a:off x="8067727" y="2314617"/>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84" name="Google Shape;884;p24"/>
          <p:cNvSpPr txBox="1">
            <a:spLocks noGrp="1"/>
          </p:cNvSpPr>
          <p:nvPr>
            <p:ph type="subTitle" idx="13"/>
          </p:nvPr>
        </p:nvSpPr>
        <p:spPr>
          <a:xfrm>
            <a:off x="1481473" y="4327433"/>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85" name="Google Shape;885;p24"/>
          <p:cNvSpPr txBox="1">
            <a:spLocks noGrp="1"/>
          </p:cNvSpPr>
          <p:nvPr>
            <p:ph type="subTitle" idx="14"/>
          </p:nvPr>
        </p:nvSpPr>
        <p:spPr>
          <a:xfrm>
            <a:off x="4774600" y="4327433"/>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886" name="Google Shape;886;p24"/>
          <p:cNvSpPr txBox="1">
            <a:spLocks noGrp="1"/>
          </p:cNvSpPr>
          <p:nvPr>
            <p:ph type="subTitle" idx="15"/>
          </p:nvPr>
        </p:nvSpPr>
        <p:spPr>
          <a:xfrm>
            <a:off x="8067727" y="4327433"/>
            <a:ext cx="26456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887" name="Google Shape;887;p24"/>
          <p:cNvGrpSpPr/>
          <p:nvPr/>
        </p:nvGrpSpPr>
        <p:grpSpPr>
          <a:xfrm flipH="1">
            <a:off x="-1179010" y="-677275"/>
            <a:ext cx="3376967" cy="2509000"/>
            <a:chOff x="7221517" y="-507956"/>
            <a:chExt cx="2532725" cy="1881750"/>
          </a:xfrm>
        </p:grpSpPr>
        <p:sp>
          <p:nvSpPr>
            <p:cNvPr id="888" name="Google Shape;888;p24"/>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9" name="Google Shape;889;p24"/>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0" name="Google Shape;890;p24"/>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1" name="Google Shape;891;p24"/>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2" name="Google Shape;892;p24"/>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3" name="Google Shape;893;p24"/>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4" name="Google Shape;894;p24"/>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5" name="Google Shape;895;p24"/>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6" name="Google Shape;896;p24"/>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7" name="Google Shape;897;p24"/>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98" name="Google Shape;898;p24"/>
          <p:cNvGrpSpPr/>
          <p:nvPr/>
        </p:nvGrpSpPr>
        <p:grpSpPr>
          <a:xfrm flipH="1">
            <a:off x="9895390" y="5456825"/>
            <a:ext cx="3376967" cy="2509000"/>
            <a:chOff x="7221517" y="-507956"/>
            <a:chExt cx="2532725" cy="1881750"/>
          </a:xfrm>
        </p:grpSpPr>
        <p:sp>
          <p:nvSpPr>
            <p:cNvPr id="899" name="Google Shape;899;p24"/>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0" name="Google Shape;900;p24"/>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1" name="Google Shape;901;p24"/>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2" name="Google Shape;902;p24"/>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3" name="Google Shape;903;p24"/>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4" name="Google Shape;904;p24"/>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5" name="Google Shape;905;p24"/>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6" name="Google Shape;906;p24"/>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7" name="Google Shape;907;p24"/>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8" name="Google Shape;908;p24"/>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182394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909"/>
        <p:cNvGrpSpPr/>
        <p:nvPr/>
      </p:nvGrpSpPr>
      <p:grpSpPr>
        <a:xfrm>
          <a:off x="0" y="0"/>
          <a:ext cx="0" cy="0"/>
          <a:chOff x="0" y="0"/>
          <a:chExt cx="0" cy="0"/>
        </a:xfrm>
      </p:grpSpPr>
      <p:sp>
        <p:nvSpPr>
          <p:cNvPr id="910" name="Google Shape;910;p25"/>
          <p:cNvSpPr txBox="1">
            <a:spLocks noGrp="1"/>
          </p:cNvSpPr>
          <p:nvPr>
            <p:ph type="title"/>
          </p:nvPr>
        </p:nvSpPr>
        <p:spPr>
          <a:xfrm>
            <a:off x="950967" y="719333"/>
            <a:ext cx="10290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200"/>
              <a:buNone/>
              <a:defRPr/>
            </a:lvl1pPr>
            <a:lvl2pPr lvl="1">
              <a:spcBef>
                <a:spcPts val="0"/>
              </a:spcBef>
              <a:spcAft>
                <a:spcPts val="0"/>
              </a:spcAft>
              <a:buSzPts val="3200"/>
              <a:buNone/>
              <a:defRPr>
                <a:latin typeface="Montserrat"/>
                <a:ea typeface="Montserrat"/>
                <a:cs typeface="Montserrat"/>
                <a:sym typeface="Montserrat"/>
              </a:defRPr>
            </a:lvl2pPr>
            <a:lvl3pPr lvl="2">
              <a:spcBef>
                <a:spcPts val="0"/>
              </a:spcBef>
              <a:spcAft>
                <a:spcPts val="0"/>
              </a:spcAft>
              <a:buSzPts val="3200"/>
              <a:buNone/>
              <a:defRPr>
                <a:latin typeface="Montserrat"/>
                <a:ea typeface="Montserrat"/>
                <a:cs typeface="Montserrat"/>
                <a:sym typeface="Montserrat"/>
              </a:defRPr>
            </a:lvl3pPr>
            <a:lvl4pPr lvl="3">
              <a:spcBef>
                <a:spcPts val="0"/>
              </a:spcBef>
              <a:spcAft>
                <a:spcPts val="0"/>
              </a:spcAft>
              <a:buSzPts val="3200"/>
              <a:buNone/>
              <a:defRPr>
                <a:latin typeface="Montserrat"/>
                <a:ea typeface="Montserrat"/>
                <a:cs typeface="Montserrat"/>
                <a:sym typeface="Montserrat"/>
              </a:defRPr>
            </a:lvl4pPr>
            <a:lvl5pPr lvl="4">
              <a:spcBef>
                <a:spcPts val="0"/>
              </a:spcBef>
              <a:spcAft>
                <a:spcPts val="0"/>
              </a:spcAft>
              <a:buSzPts val="3200"/>
              <a:buNone/>
              <a:defRPr>
                <a:latin typeface="Montserrat"/>
                <a:ea typeface="Montserrat"/>
                <a:cs typeface="Montserrat"/>
                <a:sym typeface="Montserrat"/>
              </a:defRPr>
            </a:lvl5pPr>
            <a:lvl6pPr lvl="5">
              <a:spcBef>
                <a:spcPts val="0"/>
              </a:spcBef>
              <a:spcAft>
                <a:spcPts val="0"/>
              </a:spcAft>
              <a:buSzPts val="3200"/>
              <a:buNone/>
              <a:defRPr>
                <a:latin typeface="Montserrat"/>
                <a:ea typeface="Montserrat"/>
                <a:cs typeface="Montserrat"/>
                <a:sym typeface="Montserrat"/>
              </a:defRPr>
            </a:lvl6pPr>
            <a:lvl7pPr lvl="6">
              <a:spcBef>
                <a:spcPts val="0"/>
              </a:spcBef>
              <a:spcAft>
                <a:spcPts val="0"/>
              </a:spcAft>
              <a:buSzPts val="3200"/>
              <a:buNone/>
              <a:defRPr>
                <a:latin typeface="Montserrat"/>
                <a:ea typeface="Montserrat"/>
                <a:cs typeface="Montserrat"/>
                <a:sym typeface="Montserrat"/>
              </a:defRPr>
            </a:lvl7pPr>
            <a:lvl8pPr lvl="7">
              <a:spcBef>
                <a:spcPts val="0"/>
              </a:spcBef>
              <a:spcAft>
                <a:spcPts val="0"/>
              </a:spcAft>
              <a:buSzPts val="3200"/>
              <a:buNone/>
              <a:defRPr>
                <a:latin typeface="Montserrat"/>
                <a:ea typeface="Montserrat"/>
                <a:cs typeface="Montserrat"/>
                <a:sym typeface="Montserrat"/>
              </a:defRPr>
            </a:lvl8pPr>
            <a:lvl9pPr lvl="8">
              <a:spcBef>
                <a:spcPts val="0"/>
              </a:spcBef>
              <a:spcAft>
                <a:spcPts val="0"/>
              </a:spcAft>
              <a:buSzPts val="3200"/>
              <a:buNone/>
              <a:defRPr>
                <a:latin typeface="Montserrat"/>
                <a:ea typeface="Montserrat"/>
                <a:cs typeface="Montserrat"/>
                <a:sym typeface="Montserrat"/>
              </a:defRPr>
            </a:lvl9pPr>
          </a:lstStyle>
          <a:p>
            <a:r>
              <a:rPr lang="en-US"/>
              <a:t>Click to edit Master title style</a:t>
            </a:r>
            <a:endParaRPr/>
          </a:p>
        </p:txBody>
      </p:sp>
      <p:grpSp>
        <p:nvGrpSpPr>
          <p:cNvPr id="911" name="Google Shape;911;p25"/>
          <p:cNvGrpSpPr/>
          <p:nvPr/>
        </p:nvGrpSpPr>
        <p:grpSpPr>
          <a:xfrm>
            <a:off x="9984290" y="-677275"/>
            <a:ext cx="3376967" cy="2509000"/>
            <a:chOff x="7221517" y="-507956"/>
            <a:chExt cx="2532725" cy="1881750"/>
          </a:xfrm>
        </p:grpSpPr>
        <p:sp>
          <p:nvSpPr>
            <p:cNvPr id="912" name="Google Shape;912;p25"/>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3" name="Google Shape;913;p25"/>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4" name="Google Shape;914;p25"/>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5" name="Google Shape;915;p25"/>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6" name="Google Shape;916;p25"/>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7" name="Google Shape;917;p25"/>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8" name="Google Shape;918;p25"/>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9" name="Google Shape;919;p25"/>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0" name="Google Shape;920;p25"/>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1" name="Google Shape;921;p25"/>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887467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922"/>
        <p:cNvGrpSpPr/>
        <p:nvPr/>
      </p:nvGrpSpPr>
      <p:grpSpPr>
        <a:xfrm>
          <a:off x="0" y="0"/>
          <a:ext cx="0" cy="0"/>
          <a:chOff x="0" y="0"/>
          <a:chExt cx="0" cy="0"/>
        </a:xfrm>
      </p:grpSpPr>
      <p:sp>
        <p:nvSpPr>
          <p:cNvPr id="923" name="Google Shape;923;p26"/>
          <p:cNvSpPr txBox="1">
            <a:spLocks noGrp="1"/>
          </p:cNvSpPr>
          <p:nvPr>
            <p:ph type="title"/>
          </p:nvPr>
        </p:nvSpPr>
        <p:spPr>
          <a:xfrm>
            <a:off x="950967" y="719333"/>
            <a:ext cx="10290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200"/>
              <a:buNone/>
              <a:defRPr/>
            </a:lvl1pPr>
            <a:lvl2pPr lvl="1" algn="ctr">
              <a:spcBef>
                <a:spcPts val="0"/>
              </a:spcBef>
              <a:spcAft>
                <a:spcPts val="0"/>
              </a:spcAft>
              <a:buSzPts val="3200"/>
              <a:buFont typeface="Montserrat Black"/>
              <a:buNone/>
              <a:defRPr>
                <a:latin typeface="Montserrat Black"/>
                <a:ea typeface="Montserrat Black"/>
                <a:cs typeface="Montserrat Black"/>
                <a:sym typeface="Montserrat Black"/>
              </a:defRPr>
            </a:lvl2pPr>
            <a:lvl3pPr lvl="2" algn="ctr">
              <a:spcBef>
                <a:spcPts val="0"/>
              </a:spcBef>
              <a:spcAft>
                <a:spcPts val="0"/>
              </a:spcAft>
              <a:buSzPts val="3200"/>
              <a:buFont typeface="Montserrat Black"/>
              <a:buNone/>
              <a:defRPr>
                <a:latin typeface="Montserrat Black"/>
                <a:ea typeface="Montserrat Black"/>
                <a:cs typeface="Montserrat Black"/>
                <a:sym typeface="Montserrat Black"/>
              </a:defRPr>
            </a:lvl3pPr>
            <a:lvl4pPr lvl="3" algn="ctr">
              <a:spcBef>
                <a:spcPts val="0"/>
              </a:spcBef>
              <a:spcAft>
                <a:spcPts val="0"/>
              </a:spcAft>
              <a:buSzPts val="3200"/>
              <a:buFont typeface="Montserrat Black"/>
              <a:buNone/>
              <a:defRPr>
                <a:latin typeface="Montserrat Black"/>
                <a:ea typeface="Montserrat Black"/>
                <a:cs typeface="Montserrat Black"/>
                <a:sym typeface="Montserrat Black"/>
              </a:defRPr>
            </a:lvl4pPr>
            <a:lvl5pPr lvl="4" algn="ctr">
              <a:spcBef>
                <a:spcPts val="0"/>
              </a:spcBef>
              <a:spcAft>
                <a:spcPts val="0"/>
              </a:spcAft>
              <a:buSzPts val="3200"/>
              <a:buFont typeface="Montserrat Black"/>
              <a:buNone/>
              <a:defRPr>
                <a:latin typeface="Montserrat Black"/>
                <a:ea typeface="Montserrat Black"/>
                <a:cs typeface="Montserrat Black"/>
                <a:sym typeface="Montserrat Black"/>
              </a:defRPr>
            </a:lvl5pPr>
            <a:lvl6pPr lvl="5" algn="ctr">
              <a:spcBef>
                <a:spcPts val="0"/>
              </a:spcBef>
              <a:spcAft>
                <a:spcPts val="0"/>
              </a:spcAft>
              <a:buSzPts val="3200"/>
              <a:buFont typeface="Montserrat Black"/>
              <a:buNone/>
              <a:defRPr>
                <a:latin typeface="Montserrat Black"/>
                <a:ea typeface="Montserrat Black"/>
                <a:cs typeface="Montserrat Black"/>
                <a:sym typeface="Montserrat Black"/>
              </a:defRPr>
            </a:lvl6pPr>
            <a:lvl7pPr lvl="6" algn="ctr">
              <a:spcBef>
                <a:spcPts val="0"/>
              </a:spcBef>
              <a:spcAft>
                <a:spcPts val="0"/>
              </a:spcAft>
              <a:buSzPts val="3200"/>
              <a:buFont typeface="Montserrat Black"/>
              <a:buNone/>
              <a:defRPr>
                <a:latin typeface="Montserrat Black"/>
                <a:ea typeface="Montserrat Black"/>
                <a:cs typeface="Montserrat Black"/>
                <a:sym typeface="Montserrat Black"/>
              </a:defRPr>
            </a:lvl7pPr>
            <a:lvl8pPr lvl="7" algn="ctr">
              <a:spcBef>
                <a:spcPts val="0"/>
              </a:spcBef>
              <a:spcAft>
                <a:spcPts val="0"/>
              </a:spcAft>
              <a:buSzPts val="3200"/>
              <a:buFont typeface="Montserrat Black"/>
              <a:buNone/>
              <a:defRPr>
                <a:latin typeface="Montserrat Black"/>
                <a:ea typeface="Montserrat Black"/>
                <a:cs typeface="Montserrat Black"/>
                <a:sym typeface="Montserrat Black"/>
              </a:defRPr>
            </a:lvl8pPr>
            <a:lvl9pPr lvl="8" algn="ctr">
              <a:spcBef>
                <a:spcPts val="0"/>
              </a:spcBef>
              <a:spcAft>
                <a:spcPts val="0"/>
              </a:spcAft>
              <a:buSzPts val="3200"/>
              <a:buFont typeface="Montserrat Black"/>
              <a:buNone/>
              <a:defRPr>
                <a:latin typeface="Montserrat Black"/>
                <a:ea typeface="Montserrat Black"/>
                <a:cs typeface="Montserrat Black"/>
                <a:sym typeface="Montserrat Black"/>
              </a:defRPr>
            </a:lvl9pPr>
          </a:lstStyle>
          <a:p>
            <a:r>
              <a:rPr lang="en-US"/>
              <a:t>Click to edit Master title style</a:t>
            </a:r>
            <a:endParaRPr/>
          </a:p>
        </p:txBody>
      </p:sp>
      <p:grpSp>
        <p:nvGrpSpPr>
          <p:cNvPr id="924" name="Google Shape;924;p26"/>
          <p:cNvGrpSpPr/>
          <p:nvPr/>
        </p:nvGrpSpPr>
        <p:grpSpPr>
          <a:xfrm rot="10800000">
            <a:off x="9628690" y="-1789675"/>
            <a:ext cx="3376967" cy="2509000"/>
            <a:chOff x="7221517" y="-507956"/>
            <a:chExt cx="2532725" cy="1881750"/>
          </a:xfrm>
        </p:grpSpPr>
        <p:sp>
          <p:nvSpPr>
            <p:cNvPr id="925" name="Google Shape;925;p26"/>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6" name="Google Shape;926;p26"/>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7" name="Google Shape;927;p26"/>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8" name="Google Shape;928;p26"/>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9" name="Google Shape;929;p26"/>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0" name="Google Shape;930;p26"/>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1" name="Google Shape;931;p26"/>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2" name="Google Shape;932;p26"/>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3" name="Google Shape;933;p26"/>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4" name="Google Shape;934;p26"/>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35" name="Google Shape;935;p26"/>
          <p:cNvGrpSpPr/>
          <p:nvPr/>
        </p:nvGrpSpPr>
        <p:grpSpPr>
          <a:xfrm rot="10800000" flipH="1">
            <a:off x="-620210" y="-1789675"/>
            <a:ext cx="3376967" cy="2509000"/>
            <a:chOff x="7221517" y="-507956"/>
            <a:chExt cx="2532725" cy="1881750"/>
          </a:xfrm>
        </p:grpSpPr>
        <p:sp>
          <p:nvSpPr>
            <p:cNvPr id="936" name="Google Shape;936;p26"/>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7" name="Google Shape;937;p26"/>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8" name="Google Shape;938;p26"/>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9" name="Google Shape;939;p26"/>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0" name="Google Shape;940;p26"/>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1" name="Google Shape;941;p26"/>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2" name="Google Shape;942;p26"/>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3" name="Google Shape;943;p26"/>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4" name="Google Shape;944;p26"/>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5" name="Google Shape;945;p26"/>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9568407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946"/>
        <p:cNvGrpSpPr/>
        <p:nvPr/>
      </p:nvGrpSpPr>
      <p:grpSpPr>
        <a:xfrm>
          <a:off x="0" y="0"/>
          <a:ext cx="0" cy="0"/>
          <a:chOff x="0" y="0"/>
          <a:chExt cx="0" cy="0"/>
        </a:xfrm>
      </p:grpSpPr>
      <p:sp>
        <p:nvSpPr>
          <p:cNvPr id="947" name="Google Shape;947;p27"/>
          <p:cNvSpPr txBox="1">
            <a:spLocks noGrp="1"/>
          </p:cNvSpPr>
          <p:nvPr>
            <p:ph type="title" hasCustomPrompt="1"/>
          </p:nvPr>
        </p:nvSpPr>
        <p:spPr>
          <a:xfrm>
            <a:off x="950951" y="893633"/>
            <a:ext cx="6262400" cy="1025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48" name="Google Shape;948;p27"/>
          <p:cNvSpPr txBox="1">
            <a:spLocks noGrp="1"/>
          </p:cNvSpPr>
          <p:nvPr>
            <p:ph type="subTitle" idx="1"/>
          </p:nvPr>
        </p:nvSpPr>
        <p:spPr>
          <a:xfrm>
            <a:off x="950951" y="1918836"/>
            <a:ext cx="6262400" cy="4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20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949" name="Google Shape;949;p27"/>
          <p:cNvSpPr txBox="1">
            <a:spLocks noGrp="1"/>
          </p:cNvSpPr>
          <p:nvPr>
            <p:ph type="title" idx="2" hasCustomPrompt="1"/>
          </p:nvPr>
        </p:nvSpPr>
        <p:spPr>
          <a:xfrm>
            <a:off x="4978617" y="2759733"/>
            <a:ext cx="6262400" cy="1025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50" name="Google Shape;950;p27"/>
          <p:cNvSpPr txBox="1">
            <a:spLocks noGrp="1"/>
          </p:cNvSpPr>
          <p:nvPr>
            <p:ph type="subTitle" idx="3"/>
          </p:nvPr>
        </p:nvSpPr>
        <p:spPr>
          <a:xfrm>
            <a:off x="4978617" y="3784944"/>
            <a:ext cx="6262400" cy="4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20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951" name="Google Shape;951;p27"/>
          <p:cNvSpPr txBox="1">
            <a:spLocks noGrp="1"/>
          </p:cNvSpPr>
          <p:nvPr>
            <p:ph type="title" idx="4" hasCustomPrompt="1"/>
          </p:nvPr>
        </p:nvSpPr>
        <p:spPr>
          <a:xfrm>
            <a:off x="950951" y="4625833"/>
            <a:ext cx="6262400" cy="1025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52" name="Google Shape;952;p27"/>
          <p:cNvSpPr txBox="1">
            <a:spLocks noGrp="1"/>
          </p:cNvSpPr>
          <p:nvPr>
            <p:ph type="subTitle" idx="5"/>
          </p:nvPr>
        </p:nvSpPr>
        <p:spPr>
          <a:xfrm>
            <a:off x="950951" y="5651053"/>
            <a:ext cx="6262400" cy="4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20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grpSp>
        <p:nvGrpSpPr>
          <p:cNvPr id="953" name="Google Shape;953;p27"/>
          <p:cNvGrpSpPr/>
          <p:nvPr/>
        </p:nvGrpSpPr>
        <p:grpSpPr>
          <a:xfrm rot="10800000">
            <a:off x="8815023" y="4700025"/>
            <a:ext cx="3376967" cy="2509000"/>
            <a:chOff x="7221517" y="-507956"/>
            <a:chExt cx="2532725" cy="1881750"/>
          </a:xfrm>
        </p:grpSpPr>
        <p:sp>
          <p:nvSpPr>
            <p:cNvPr id="954" name="Google Shape;954;p27"/>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5" name="Google Shape;955;p27"/>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6" name="Google Shape;956;p27"/>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7" name="Google Shape;957;p27"/>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8" name="Google Shape;958;p27"/>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9" name="Google Shape;959;p27"/>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0" name="Google Shape;960;p27"/>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1" name="Google Shape;961;p27"/>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2" name="Google Shape;962;p27"/>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3" name="Google Shape;963;p27"/>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64" name="Google Shape;964;p27"/>
          <p:cNvGrpSpPr/>
          <p:nvPr/>
        </p:nvGrpSpPr>
        <p:grpSpPr>
          <a:xfrm>
            <a:off x="9438190" y="-341875"/>
            <a:ext cx="3376967" cy="2509000"/>
            <a:chOff x="7221517" y="-507956"/>
            <a:chExt cx="2532725" cy="1881750"/>
          </a:xfrm>
        </p:grpSpPr>
        <p:sp>
          <p:nvSpPr>
            <p:cNvPr id="965" name="Google Shape;965;p27"/>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6" name="Google Shape;966;p27"/>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7" name="Google Shape;967;p27"/>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8" name="Google Shape;968;p27"/>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9" name="Google Shape;969;p27"/>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0" name="Google Shape;970;p27"/>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1" name="Google Shape;971;p27"/>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2" name="Google Shape;972;p27"/>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3" name="Google Shape;973;p27"/>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4" name="Google Shape;974;p27"/>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836801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975"/>
        <p:cNvGrpSpPr/>
        <p:nvPr/>
      </p:nvGrpSpPr>
      <p:grpSpPr>
        <a:xfrm>
          <a:off x="0" y="0"/>
          <a:ext cx="0" cy="0"/>
          <a:chOff x="0" y="0"/>
          <a:chExt cx="0" cy="0"/>
        </a:xfrm>
      </p:grpSpPr>
      <p:sp>
        <p:nvSpPr>
          <p:cNvPr id="976" name="Google Shape;976;p28"/>
          <p:cNvSpPr txBox="1">
            <a:spLocks noGrp="1"/>
          </p:cNvSpPr>
          <p:nvPr>
            <p:ph type="title" hasCustomPrompt="1"/>
          </p:nvPr>
        </p:nvSpPr>
        <p:spPr>
          <a:xfrm>
            <a:off x="1600767" y="3274899"/>
            <a:ext cx="1865200" cy="609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77" name="Google Shape;977;p28"/>
          <p:cNvSpPr txBox="1">
            <a:spLocks noGrp="1"/>
          </p:cNvSpPr>
          <p:nvPr>
            <p:ph type="subTitle" idx="1"/>
          </p:nvPr>
        </p:nvSpPr>
        <p:spPr>
          <a:xfrm>
            <a:off x="950967" y="5083301"/>
            <a:ext cx="3164800" cy="90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978" name="Google Shape;978;p28"/>
          <p:cNvSpPr txBox="1">
            <a:spLocks noGrp="1"/>
          </p:cNvSpPr>
          <p:nvPr>
            <p:ph type="subTitle" idx="2"/>
          </p:nvPr>
        </p:nvSpPr>
        <p:spPr>
          <a:xfrm>
            <a:off x="950967" y="4548179"/>
            <a:ext cx="31648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979" name="Google Shape;979;p28"/>
          <p:cNvSpPr txBox="1">
            <a:spLocks noGrp="1"/>
          </p:cNvSpPr>
          <p:nvPr>
            <p:ph type="title" idx="3" hasCustomPrompt="1"/>
          </p:nvPr>
        </p:nvSpPr>
        <p:spPr>
          <a:xfrm>
            <a:off x="5159647" y="3274899"/>
            <a:ext cx="1863600" cy="609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80" name="Google Shape;980;p28"/>
          <p:cNvSpPr txBox="1">
            <a:spLocks noGrp="1"/>
          </p:cNvSpPr>
          <p:nvPr>
            <p:ph type="subTitle" idx="4"/>
          </p:nvPr>
        </p:nvSpPr>
        <p:spPr>
          <a:xfrm>
            <a:off x="4509049" y="5083301"/>
            <a:ext cx="3164800" cy="90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981" name="Google Shape;981;p28"/>
          <p:cNvSpPr txBox="1">
            <a:spLocks noGrp="1"/>
          </p:cNvSpPr>
          <p:nvPr>
            <p:ph type="subTitle" idx="5"/>
          </p:nvPr>
        </p:nvSpPr>
        <p:spPr>
          <a:xfrm>
            <a:off x="4509047" y="4548179"/>
            <a:ext cx="31648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982" name="Google Shape;982;p28"/>
          <p:cNvSpPr txBox="1">
            <a:spLocks noGrp="1"/>
          </p:cNvSpPr>
          <p:nvPr>
            <p:ph type="title" idx="6" hasCustomPrompt="1"/>
          </p:nvPr>
        </p:nvSpPr>
        <p:spPr>
          <a:xfrm>
            <a:off x="8717728" y="3274899"/>
            <a:ext cx="1863600" cy="609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83" name="Google Shape;983;p28"/>
          <p:cNvSpPr txBox="1">
            <a:spLocks noGrp="1"/>
          </p:cNvSpPr>
          <p:nvPr>
            <p:ph type="subTitle" idx="7"/>
          </p:nvPr>
        </p:nvSpPr>
        <p:spPr>
          <a:xfrm>
            <a:off x="8067132" y="5083301"/>
            <a:ext cx="3164800" cy="90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984" name="Google Shape;984;p28"/>
          <p:cNvSpPr txBox="1">
            <a:spLocks noGrp="1"/>
          </p:cNvSpPr>
          <p:nvPr>
            <p:ph type="subTitle" idx="8"/>
          </p:nvPr>
        </p:nvSpPr>
        <p:spPr>
          <a:xfrm>
            <a:off x="8067128" y="4548179"/>
            <a:ext cx="3164800" cy="60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Montserrat Black"/>
                <a:ea typeface="Montserrat Black"/>
                <a:cs typeface="Montserrat Black"/>
                <a:sym typeface="Montserrat Black"/>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985" name="Google Shape;985;p28"/>
          <p:cNvSpPr txBox="1">
            <a:spLocks noGrp="1"/>
          </p:cNvSpPr>
          <p:nvPr>
            <p:ph type="title" idx="9"/>
          </p:nvPr>
        </p:nvSpPr>
        <p:spPr>
          <a:xfrm>
            <a:off x="960000" y="719333"/>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grpSp>
        <p:nvGrpSpPr>
          <p:cNvPr id="986" name="Google Shape;986;p28"/>
          <p:cNvGrpSpPr/>
          <p:nvPr/>
        </p:nvGrpSpPr>
        <p:grpSpPr>
          <a:xfrm rot="-10638711">
            <a:off x="-3166297" y="-461153"/>
            <a:ext cx="4647065" cy="1818028"/>
            <a:chOff x="5000328" y="4413931"/>
            <a:chExt cx="3485298" cy="1363521"/>
          </a:xfrm>
        </p:grpSpPr>
        <p:grpSp>
          <p:nvGrpSpPr>
            <p:cNvPr id="987" name="Google Shape;987;p28"/>
            <p:cNvGrpSpPr/>
            <p:nvPr/>
          </p:nvGrpSpPr>
          <p:grpSpPr>
            <a:xfrm>
              <a:off x="5000328" y="4413931"/>
              <a:ext cx="3485298" cy="1363521"/>
              <a:chOff x="4151828" y="2626856"/>
              <a:chExt cx="3485298" cy="1363521"/>
            </a:xfrm>
          </p:grpSpPr>
          <p:sp>
            <p:nvSpPr>
              <p:cNvPr id="988" name="Google Shape;988;p28"/>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9" name="Google Shape;989;p28"/>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0" name="Google Shape;990;p28"/>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1" name="Google Shape;991;p28"/>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2" name="Google Shape;992;p28"/>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3" name="Google Shape;993;p28"/>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4" name="Google Shape;994;p28"/>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5" name="Google Shape;995;p28"/>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6" name="Google Shape;996;p28"/>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solidFill>
                <a:schemeClr val="dk2"/>
              </a:solid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97" name="Google Shape;997;p28"/>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8" name="Google Shape;998;p28"/>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9" name="Google Shape;999;p28"/>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2716221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000"/>
        <p:cNvGrpSpPr/>
        <p:nvPr/>
      </p:nvGrpSpPr>
      <p:grpSpPr>
        <a:xfrm>
          <a:off x="0" y="0"/>
          <a:ext cx="0" cy="0"/>
          <a:chOff x="0" y="0"/>
          <a:chExt cx="0" cy="0"/>
        </a:xfrm>
      </p:grpSpPr>
      <p:sp>
        <p:nvSpPr>
          <p:cNvPr id="1001" name="Google Shape;1001;p29"/>
          <p:cNvSpPr txBox="1">
            <a:spLocks noGrp="1"/>
          </p:cNvSpPr>
          <p:nvPr>
            <p:ph type="title"/>
          </p:nvPr>
        </p:nvSpPr>
        <p:spPr>
          <a:xfrm>
            <a:off x="3130584" y="1050400"/>
            <a:ext cx="5930800" cy="1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sz="8666"/>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1002" name="Google Shape;1002;p29"/>
          <p:cNvSpPr txBox="1">
            <a:spLocks noGrp="1"/>
          </p:cNvSpPr>
          <p:nvPr>
            <p:ph type="subTitle" idx="1"/>
          </p:nvPr>
        </p:nvSpPr>
        <p:spPr>
          <a:xfrm>
            <a:off x="3130533" y="2462000"/>
            <a:ext cx="5930800" cy="1411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03" name="Google Shape;1003;p29"/>
          <p:cNvSpPr txBox="1"/>
          <p:nvPr/>
        </p:nvSpPr>
        <p:spPr>
          <a:xfrm>
            <a:off x="2255267" y="4815933"/>
            <a:ext cx="7681200" cy="7416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600" b="1">
                <a:solidFill>
                  <a:schemeClr val="dk1"/>
                </a:solidFill>
                <a:latin typeface="Montserrat"/>
                <a:ea typeface="Montserrat"/>
                <a:cs typeface="Montserrat"/>
                <a:sym typeface="Montserrat"/>
              </a:rPr>
              <a:t>CREDITS:</a:t>
            </a:r>
            <a:r>
              <a:rPr lang="en" sz="1600">
                <a:solidFill>
                  <a:schemeClr val="dk1"/>
                </a:solidFill>
                <a:latin typeface="Montserrat"/>
                <a:ea typeface="Montserrat"/>
                <a:cs typeface="Montserrat"/>
                <a:sym typeface="Montserrat"/>
              </a:rPr>
              <a:t> This presentation template was created by </a:t>
            </a:r>
            <a:r>
              <a:rPr lang="en" sz="1600" b="1">
                <a:solidFill>
                  <a:schemeClr val="dk1"/>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600">
                <a:solidFill>
                  <a:schemeClr val="dk1"/>
                </a:solidFill>
                <a:latin typeface="Montserrat"/>
                <a:ea typeface="Montserrat"/>
                <a:cs typeface="Montserrat"/>
                <a:sym typeface="Montserrat"/>
              </a:rPr>
              <a:t>, and includes icons by </a:t>
            </a:r>
            <a:r>
              <a:rPr lang="en" sz="1600" b="1">
                <a:solidFill>
                  <a:schemeClr val="dk1"/>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600">
                <a:solidFill>
                  <a:schemeClr val="dk1"/>
                </a:solidFill>
                <a:latin typeface="Montserrat"/>
                <a:ea typeface="Montserrat"/>
                <a:cs typeface="Montserrat"/>
                <a:sym typeface="Montserrat"/>
              </a:rPr>
              <a:t>, and infographics &amp; images by </a:t>
            </a:r>
            <a:r>
              <a:rPr lang="en" sz="1600" b="1">
                <a:solidFill>
                  <a:schemeClr val="dk1"/>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r>
              <a:rPr lang="en" sz="1600">
                <a:solidFill>
                  <a:schemeClr val="dk1"/>
                </a:solidFill>
                <a:latin typeface="Montserrat"/>
                <a:ea typeface="Montserrat"/>
                <a:cs typeface="Montserrat"/>
                <a:sym typeface="Montserrat"/>
              </a:rPr>
              <a:t> </a:t>
            </a:r>
            <a:endParaRPr sz="1600" b="1">
              <a:solidFill>
                <a:schemeClr val="dk1"/>
              </a:solidFill>
              <a:latin typeface="Montserrat"/>
              <a:ea typeface="Montserrat"/>
              <a:cs typeface="Montserrat"/>
              <a:sym typeface="Montserrat"/>
            </a:endParaRPr>
          </a:p>
        </p:txBody>
      </p:sp>
      <p:grpSp>
        <p:nvGrpSpPr>
          <p:cNvPr id="1004" name="Google Shape;1004;p29"/>
          <p:cNvGrpSpPr/>
          <p:nvPr/>
        </p:nvGrpSpPr>
        <p:grpSpPr>
          <a:xfrm>
            <a:off x="9830386" y="1448035"/>
            <a:ext cx="6715020" cy="5484420"/>
            <a:chOff x="4780389" y="2513201"/>
            <a:chExt cx="5036265" cy="4113315"/>
          </a:xfrm>
        </p:grpSpPr>
        <p:grpSp>
          <p:nvGrpSpPr>
            <p:cNvPr id="1005" name="Google Shape;1005;p29"/>
            <p:cNvGrpSpPr/>
            <p:nvPr/>
          </p:nvGrpSpPr>
          <p:grpSpPr>
            <a:xfrm>
              <a:off x="4780389" y="2513201"/>
              <a:ext cx="5036265" cy="4113315"/>
              <a:chOff x="4673664" y="2214101"/>
              <a:chExt cx="5036265" cy="4113315"/>
            </a:xfrm>
          </p:grpSpPr>
          <p:sp>
            <p:nvSpPr>
              <p:cNvPr id="1006" name="Google Shape;1006;p29"/>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007" name="Google Shape;1007;p29"/>
              <p:cNvGrpSpPr/>
              <p:nvPr/>
            </p:nvGrpSpPr>
            <p:grpSpPr>
              <a:xfrm>
                <a:off x="4673664" y="2214101"/>
                <a:ext cx="5036265" cy="4113315"/>
                <a:chOff x="4673664" y="2214101"/>
                <a:chExt cx="5036265" cy="4113315"/>
              </a:xfrm>
            </p:grpSpPr>
            <p:grpSp>
              <p:nvGrpSpPr>
                <p:cNvPr id="1008" name="Google Shape;1008;p29"/>
                <p:cNvGrpSpPr/>
                <p:nvPr/>
              </p:nvGrpSpPr>
              <p:grpSpPr>
                <a:xfrm>
                  <a:off x="4673664" y="2214101"/>
                  <a:ext cx="5036265" cy="4113315"/>
                  <a:chOff x="3825164" y="427026"/>
                  <a:chExt cx="5036265" cy="4113315"/>
                </a:xfrm>
              </p:grpSpPr>
              <p:sp>
                <p:nvSpPr>
                  <p:cNvPr id="1009" name="Google Shape;1009;p29"/>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0" name="Google Shape;1010;p29"/>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1" name="Google Shape;1011;p29"/>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2" name="Google Shape;1012;p29"/>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3" name="Google Shape;1013;p29"/>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4" name="Google Shape;1014;p29"/>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5" name="Google Shape;1015;p29"/>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6" name="Google Shape;1016;p29"/>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7" name="Google Shape;1017;p29"/>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8" name="Google Shape;1018;p29"/>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9" name="Google Shape;1019;p29"/>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0" name="Google Shape;1020;p29"/>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1" name="Google Shape;1021;p29"/>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2" name="Google Shape;1022;p29"/>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3" name="Google Shape;1023;p29"/>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4" name="Google Shape;1024;p29"/>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5" name="Google Shape;1025;p29"/>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6" name="Google Shape;1026;p29"/>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7" name="Google Shape;1027;p29"/>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8" name="Google Shape;1028;p29"/>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9" name="Google Shape;1029;p29"/>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0" name="Google Shape;1030;p29"/>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1" name="Google Shape;1031;p29"/>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2" name="Google Shape;1032;p29"/>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3" name="Google Shape;1033;p29"/>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4" name="Google Shape;1034;p29"/>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5" name="Google Shape;1035;p29"/>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6" name="Google Shape;1036;p29"/>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37" name="Google Shape;1037;p29"/>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8" name="Google Shape;1038;p29"/>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9" name="Google Shape;1039;p29"/>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0" name="Google Shape;1040;p29"/>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1" name="Google Shape;1041;p29"/>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2" name="Google Shape;1042;p29"/>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3" name="Google Shape;1043;p29"/>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4" name="Google Shape;1044;p29"/>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045" name="Google Shape;1045;p29"/>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6" name="Google Shape;1046;p29"/>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7" name="Google Shape;1047;p29"/>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48" name="Google Shape;1048;p29"/>
          <p:cNvGrpSpPr/>
          <p:nvPr/>
        </p:nvGrpSpPr>
        <p:grpSpPr>
          <a:xfrm>
            <a:off x="-3392981" y="-1267515"/>
            <a:ext cx="6715020" cy="5484420"/>
            <a:chOff x="4780389" y="2513201"/>
            <a:chExt cx="5036265" cy="4113315"/>
          </a:xfrm>
        </p:grpSpPr>
        <p:grpSp>
          <p:nvGrpSpPr>
            <p:cNvPr id="1049" name="Google Shape;1049;p29"/>
            <p:cNvGrpSpPr/>
            <p:nvPr/>
          </p:nvGrpSpPr>
          <p:grpSpPr>
            <a:xfrm>
              <a:off x="4780389" y="2513201"/>
              <a:ext cx="5036265" cy="4113315"/>
              <a:chOff x="4673664" y="2214101"/>
              <a:chExt cx="5036265" cy="4113315"/>
            </a:xfrm>
          </p:grpSpPr>
          <p:sp>
            <p:nvSpPr>
              <p:cNvPr id="1050" name="Google Shape;1050;p29"/>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051" name="Google Shape;1051;p29"/>
              <p:cNvGrpSpPr/>
              <p:nvPr/>
            </p:nvGrpSpPr>
            <p:grpSpPr>
              <a:xfrm>
                <a:off x="4673664" y="2214101"/>
                <a:ext cx="5036265" cy="4113315"/>
                <a:chOff x="4673664" y="2214101"/>
                <a:chExt cx="5036265" cy="4113315"/>
              </a:xfrm>
            </p:grpSpPr>
            <p:grpSp>
              <p:nvGrpSpPr>
                <p:cNvPr id="1052" name="Google Shape;1052;p29"/>
                <p:cNvGrpSpPr/>
                <p:nvPr/>
              </p:nvGrpSpPr>
              <p:grpSpPr>
                <a:xfrm>
                  <a:off x="4673664" y="2214101"/>
                  <a:ext cx="5036265" cy="4113315"/>
                  <a:chOff x="3825164" y="427026"/>
                  <a:chExt cx="5036265" cy="4113315"/>
                </a:xfrm>
              </p:grpSpPr>
              <p:sp>
                <p:nvSpPr>
                  <p:cNvPr id="1053" name="Google Shape;1053;p29"/>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4" name="Google Shape;1054;p29"/>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5" name="Google Shape;1055;p29"/>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6" name="Google Shape;1056;p29"/>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7" name="Google Shape;1057;p29"/>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8" name="Google Shape;1058;p29"/>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9" name="Google Shape;1059;p29"/>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0" name="Google Shape;1060;p29"/>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1" name="Google Shape;1061;p29"/>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2" name="Google Shape;1062;p29"/>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3" name="Google Shape;1063;p29"/>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4" name="Google Shape;1064;p29"/>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5" name="Google Shape;1065;p29"/>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6" name="Google Shape;1066;p29"/>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7" name="Google Shape;1067;p29"/>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8" name="Google Shape;1068;p29"/>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9" name="Google Shape;1069;p29"/>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0" name="Google Shape;1070;p29"/>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1" name="Google Shape;1071;p29"/>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2" name="Google Shape;1072;p29"/>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3" name="Google Shape;1073;p29"/>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4" name="Google Shape;1074;p29"/>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5" name="Google Shape;1075;p29"/>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6" name="Google Shape;1076;p29"/>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7" name="Google Shape;1077;p29"/>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8" name="Google Shape;1078;p29"/>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9" name="Google Shape;1079;p29"/>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0" name="Google Shape;1080;p29"/>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81" name="Google Shape;1081;p29"/>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2" name="Google Shape;1082;p29"/>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3" name="Google Shape;1083;p29"/>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4" name="Google Shape;1084;p29"/>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5" name="Google Shape;1085;p29"/>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6" name="Google Shape;1086;p29"/>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7" name="Google Shape;1087;p29"/>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8" name="Google Shape;1088;p29"/>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089" name="Google Shape;1089;p29"/>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0" name="Google Shape;1090;p29"/>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1" name="Google Shape;1091;p29"/>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821293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092"/>
        <p:cNvGrpSpPr/>
        <p:nvPr/>
      </p:nvGrpSpPr>
      <p:grpSpPr>
        <a:xfrm>
          <a:off x="0" y="0"/>
          <a:ext cx="0" cy="0"/>
          <a:chOff x="0" y="0"/>
          <a:chExt cx="0" cy="0"/>
        </a:xfrm>
      </p:grpSpPr>
      <p:pic>
        <p:nvPicPr>
          <p:cNvPr id="1093" name="Google Shape;1093;p30"/>
          <p:cNvPicPr preferRelativeResize="0"/>
          <p:nvPr/>
        </p:nvPicPr>
        <p:blipFill rotWithShape="1">
          <a:blip r:embed="rId2">
            <a:alphaModFix/>
          </a:blip>
          <a:srcRect l="24331" t="5721" r="23342" b="4591"/>
          <a:stretch/>
        </p:blipFill>
        <p:spPr>
          <a:xfrm rot="2268302">
            <a:off x="10127016" y="-581401"/>
            <a:ext cx="2476499" cy="2387599"/>
          </a:xfrm>
          <a:prstGeom prst="rect">
            <a:avLst/>
          </a:prstGeom>
          <a:noFill/>
          <a:ln>
            <a:noFill/>
          </a:ln>
        </p:spPr>
      </p:pic>
      <p:grpSp>
        <p:nvGrpSpPr>
          <p:cNvPr id="1094" name="Google Shape;1094;p30"/>
          <p:cNvGrpSpPr/>
          <p:nvPr/>
        </p:nvGrpSpPr>
        <p:grpSpPr>
          <a:xfrm flipH="1">
            <a:off x="-1179010" y="-677275"/>
            <a:ext cx="3376967" cy="2509000"/>
            <a:chOff x="7221517" y="-507956"/>
            <a:chExt cx="2532725" cy="1881750"/>
          </a:xfrm>
        </p:grpSpPr>
        <p:sp>
          <p:nvSpPr>
            <p:cNvPr id="1095" name="Google Shape;1095;p30"/>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6" name="Google Shape;1096;p30"/>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7" name="Google Shape;1097;p30"/>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8" name="Google Shape;1098;p30"/>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9" name="Google Shape;1099;p30"/>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0" name="Google Shape;1100;p30"/>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1" name="Google Shape;1101;p30"/>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2" name="Google Shape;1102;p30"/>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3" name="Google Shape;1103;p30"/>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4" name="Google Shape;1104;p30"/>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05" name="Google Shape;1105;p30"/>
          <p:cNvGrpSpPr/>
          <p:nvPr/>
        </p:nvGrpSpPr>
        <p:grpSpPr>
          <a:xfrm flipH="1">
            <a:off x="9895390" y="5456825"/>
            <a:ext cx="3376967" cy="2509000"/>
            <a:chOff x="7221517" y="-507956"/>
            <a:chExt cx="2532725" cy="1881750"/>
          </a:xfrm>
        </p:grpSpPr>
        <p:sp>
          <p:nvSpPr>
            <p:cNvPr id="1106" name="Google Shape;1106;p30"/>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7" name="Google Shape;1107;p30"/>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8" name="Google Shape;1108;p30"/>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9" name="Google Shape;1109;p30"/>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0" name="Google Shape;1110;p30"/>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1" name="Google Shape;1111;p30"/>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2" name="Google Shape;1112;p30"/>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3" name="Google Shape;1113;p30"/>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4" name="Google Shape;1114;p30"/>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5" name="Google Shape;1115;p30"/>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16" name="Google Shape;1116;p30"/>
          <p:cNvGrpSpPr/>
          <p:nvPr/>
        </p:nvGrpSpPr>
        <p:grpSpPr>
          <a:xfrm>
            <a:off x="2042034" y="6397833"/>
            <a:ext cx="102433" cy="102400"/>
            <a:chOff x="3104875" y="1099400"/>
            <a:chExt cx="76825" cy="76800"/>
          </a:xfrm>
        </p:grpSpPr>
        <p:sp>
          <p:nvSpPr>
            <p:cNvPr id="1117" name="Google Shape;1117;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8" name="Google Shape;1118;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19" name="Google Shape;1119;p30"/>
          <p:cNvGrpSpPr/>
          <p:nvPr/>
        </p:nvGrpSpPr>
        <p:grpSpPr>
          <a:xfrm>
            <a:off x="11661168" y="3377800"/>
            <a:ext cx="102433" cy="102400"/>
            <a:chOff x="3104875" y="1099400"/>
            <a:chExt cx="76825" cy="76800"/>
          </a:xfrm>
        </p:grpSpPr>
        <p:sp>
          <p:nvSpPr>
            <p:cNvPr id="1120" name="Google Shape;1120;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1" name="Google Shape;1121;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22" name="Google Shape;1122;p30"/>
          <p:cNvGrpSpPr/>
          <p:nvPr/>
        </p:nvGrpSpPr>
        <p:grpSpPr>
          <a:xfrm>
            <a:off x="4768801" y="287933"/>
            <a:ext cx="102433" cy="102400"/>
            <a:chOff x="3104875" y="1099400"/>
            <a:chExt cx="76825" cy="76800"/>
          </a:xfrm>
        </p:grpSpPr>
        <p:sp>
          <p:nvSpPr>
            <p:cNvPr id="1123" name="Google Shape;1123;p30"/>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4" name="Google Shape;1124;p30"/>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pic>
        <p:nvPicPr>
          <p:cNvPr id="1125" name="Google Shape;1125;p30"/>
          <p:cNvPicPr preferRelativeResize="0"/>
          <p:nvPr/>
        </p:nvPicPr>
        <p:blipFill rotWithShape="1">
          <a:blip r:embed="rId3">
            <a:alphaModFix/>
          </a:blip>
          <a:srcRect l="15236" r="10474"/>
          <a:stretch/>
        </p:blipFill>
        <p:spPr>
          <a:xfrm>
            <a:off x="9895399" y="719346"/>
            <a:ext cx="2070099" cy="1854468"/>
          </a:xfrm>
          <a:prstGeom prst="rect">
            <a:avLst/>
          </a:prstGeom>
          <a:noFill/>
          <a:ln>
            <a:noFill/>
          </a:ln>
        </p:spPr>
      </p:pic>
    </p:spTree>
    <p:extLst>
      <p:ext uri="{BB962C8B-B14F-4D97-AF65-F5344CB8AC3E}">
        <p14:creationId xmlns:p14="http://schemas.microsoft.com/office/powerpoint/2010/main" val="35565557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126"/>
        <p:cNvGrpSpPr/>
        <p:nvPr/>
      </p:nvGrpSpPr>
      <p:grpSpPr>
        <a:xfrm>
          <a:off x="0" y="0"/>
          <a:ext cx="0" cy="0"/>
          <a:chOff x="0" y="0"/>
          <a:chExt cx="0" cy="0"/>
        </a:xfrm>
      </p:grpSpPr>
      <p:grpSp>
        <p:nvGrpSpPr>
          <p:cNvPr id="1127" name="Google Shape;1127;p31"/>
          <p:cNvGrpSpPr/>
          <p:nvPr/>
        </p:nvGrpSpPr>
        <p:grpSpPr>
          <a:xfrm>
            <a:off x="6373853" y="3350935"/>
            <a:ext cx="6715020" cy="5484420"/>
            <a:chOff x="4780389" y="2513201"/>
            <a:chExt cx="5036265" cy="4113315"/>
          </a:xfrm>
        </p:grpSpPr>
        <p:grpSp>
          <p:nvGrpSpPr>
            <p:cNvPr id="1128" name="Google Shape;1128;p31"/>
            <p:cNvGrpSpPr/>
            <p:nvPr/>
          </p:nvGrpSpPr>
          <p:grpSpPr>
            <a:xfrm>
              <a:off x="4780389" y="2513201"/>
              <a:ext cx="5036265" cy="4113315"/>
              <a:chOff x="4673664" y="2214101"/>
              <a:chExt cx="5036265" cy="4113315"/>
            </a:xfrm>
          </p:grpSpPr>
          <p:sp>
            <p:nvSpPr>
              <p:cNvPr id="1129" name="Google Shape;1129;p3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130" name="Google Shape;1130;p31"/>
              <p:cNvGrpSpPr/>
              <p:nvPr/>
            </p:nvGrpSpPr>
            <p:grpSpPr>
              <a:xfrm>
                <a:off x="4673664" y="2214101"/>
                <a:ext cx="5036265" cy="4113315"/>
                <a:chOff x="4673664" y="2214101"/>
                <a:chExt cx="5036265" cy="4113315"/>
              </a:xfrm>
            </p:grpSpPr>
            <p:grpSp>
              <p:nvGrpSpPr>
                <p:cNvPr id="1131" name="Google Shape;1131;p31"/>
                <p:cNvGrpSpPr/>
                <p:nvPr/>
              </p:nvGrpSpPr>
              <p:grpSpPr>
                <a:xfrm>
                  <a:off x="4673664" y="2214101"/>
                  <a:ext cx="5036265" cy="4113315"/>
                  <a:chOff x="3825164" y="427026"/>
                  <a:chExt cx="5036265" cy="4113315"/>
                </a:xfrm>
              </p:grpSpPr>
              <p:sp>
                <p:nvSpPr>
                  <p:cNvPr id="1132" name="Google Shape;1132;p3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3" name="Google Shape;1133;p3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4" name="Google Shape;1134;p3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5" name="Google Shape;1135;p3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6" name="Google Shape;1136;p3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7" name="Google Shape;1137;p3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8" name="Google Shape;1138;p3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9" name="Google Shape;1139;p3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0" name="Google Shape;1140;p3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1" name="Google Shape;1141;p3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2" name="Google Shape;1142;p3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3" name="Google Shape;1143;p3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4" name="Google Shape;1144;p3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5" name="Google Shape;1145;p3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6" name="Google Shape;1146;p3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7" name="Google Shape;1147;p3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8" name="Google Shape;1148;p3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9" name="Google Shape;1149;p3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0" name="Google Shape;1150;p3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1" name="Google Shape;1151;p3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2" name="Google Shape;1152;p3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3" name="Google Shape;1153;p3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4" name="Google Shape;1154;p3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5" name="Google Shape;1155;p3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6" name="Google Shape;1156;p3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7" name="Google Shape;1157;p3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8" name="Google Shape;1158;p3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9" name="Google Shape;1159;p3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60" name="Google Shape;1160;p3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1" name="Google Shape;1161;p3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2" name="Google Shape;1162;p3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3" name="Google Shape;1163;p3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4" name="Google Shape;1164;p3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5" name="Google Shape;1165;p3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6" name="Google Shape;1166;p3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7" name="Google Shape;1167;p3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168" name="Google Shape;1168;p3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9" name="Google Shape;1169;p3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0" name="Google Shape;1170;p3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71" name="Google Shape;1171;p31"/>
          <p:cNvGrpSpPr/>
          <p:nvPr/>
        </p:nvGrpSpPr>
        <p:grpSpPr>
          <a:xfrm>
            <a:off x="-4510047" y="-2022882"/>
            <a:ext cx="6715020" cy="5484420"/>
            <a:chOff x="4780389" y="2513201"/>
            <a:chExt cx="5036265" cy="4113315"/>
          </a:xfrm>
        </p:grpSpPr>
        <p:grpSp>
          <p:nvGrpSpPr>
            <p:cNvPr id="1172" name="Google Shape;1172;p31"/>
            <p:cNvGrpSpPr/>
            <p:nvPr/>
          </p:nvGrpSpPr>
          <p:grpSpPr>
            <a:xfrm>
              <a:off x="4780389" y="2513201"/>
              <a:ext cx="5036265" cy="4113315"/>
              <a:chOff x="4673664" y="2214101"/>
              <a:chExt cx="5036265" cy="4113315"/>
            </a:xfrm>
          </p:grpSpPr>
          <p:sp>
            <p:nvSpPr>
              <p:cNvPr id="1173" name="Google Shape;1173;p31"/>
              <p:cNvSpPr/>
              <p:nvPr/>
            </p:nvSpPr>
            <p:spPr>
              <a:xfrm rot="157512">
                <a:off x="9047033" y="4559649"/>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174" name="Google Shape;1174;p31"/>
              <p:cNvGrpSpPr/>
              <p:nvPr/>
            </p:nvGrpSpPr>
            <p:grpSpPr>
              <a:xfrm>
                <a:off x="4673664" y="2214101"/>
                <a:ext cx="5036265" cy="4113315"/>
                <a:chOff x="4673664" y="2214101"/>
                <a:chExt cx="5036265" cy="4113315"/>
              </a:xfrm>
            </p:grpSpPr>
            <p:grpSp>
              <p:nvGrpSpPr>
                <p:cNvPr id="1175" name="Google Shape;1175;p31"/>
                <p:cNvGrpSpPr/>
                <p:nvPr/>
              </p:nvGrpSpPr>
              <p:grpSpPr>
                <a:xfrm>
                  <a:off x="4673664" y="2214101"/>
                  <a:ext cx="5036265" cy="4113315"/>
                  <a:chOff x="3825164" y="427026"/>
                  <a:chExt cx="5036265" cy="4113315"/>
                </a:xfrm>
              </p:grpSpPr>
              <p:sp>
                <p:nvSpPr>
                  <p:cNvPr id="1176" name="Google Shape;1176;p31"/>
                  <p:cNvSpPr/>
                  <p:nvPr/>
                </p:nvSpPr>
                <p:spPr>
                  <a:xfrm rot="157512">
                    <a:off x="6915828" y="473247"/>
                    <a:ext cx="650167" cy="721089"/>
                  </a:xfrm>
                  <a:custGeom>
                    <a:avLst/>
                    <a:gdLst/>
                    <a:ahLst/>
                    <a:cxnLst/>
                    <a:rect l="l" t="t" r="r" b="b"/>
                    <a:pathLst>
                      <a:path w="26008" h="28845" fill="none" extrusionOk="0">
                        <a:moveTo>
                          <a:pt x="26008" y="20744"/>
                        </a:moveTo>
                        <a:lnTo>
                          <a:pt x="24980" y="6321"/>
                        </a:lnTo>
                        <a:lnTo>
                          <a:pt x="11976" y="1"/>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7" name="Google Shape;1177;p31"/>
                  <p:cNvSpPr/>
                  <p:nvPr/>
                </p:nvSpPr>
                <p:spPr>
                  <a:xfrm rot="157512">
                    <a:off x="7541687" y="457392"/>
                    <a:ext cx="650192" cy="721114"/>
                  </a:xfrm>
                  <a:custGeom>
                    <a:avLst/>
                    <a:gdLst/>
                    <a:ahLst/>
                    <a:cxnLst/>
                    <a:rect l="l" t="t" r="r" b="b"/>
                    <a:pathLst>
                      <a:path w="26009" h="28846" fill="none" extrusionOk="0">
                        <a:moveTo>
                          <a:pt x="26009" y="20743"/>
                        </a:moveTo>
                        <a:lnTo>
                          <a:pt x="24981"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8" name="Google Shape;1178;p31"/>
                  <p:cNvSpPr/>
                  <p:nvPr/>
                </p:nvSpPr>
                <p:spPr>
                  <a:xfrm rot="157512">
                    <a:off x="8167572" y="441537"/>
                    <a:ext cx="650192" cy="721089"/>
                  </a:xfrm>
                  <a:custGeom>
                    <a:avLst/>
                    <a:gdLst/>
                    <a:ahLst/>
                    <a:cxnLst/>
                    <a:rect l="l" t="t" r="r" b="b"/>
                    <a:pathLst>
                      <a:path w="26009" h="28845" fill="none" extrusionOk="0">
                        <a:moveTo>
                          <a:pt x="26008" y="20743"/>
                        </a:moveTo>
                        <a:lnTo>
                          <a:pt x="24980"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9" name="Google Shape;1179;p31"/>
                  <p:cNvSpPr/>
                  <p:nvPr/>
                </p:nvSpPr>
                <p:spPr>
                  <a:xfrm rot="157512">
                    <a:off x="7242491" y="1007356"/>
                    <a:ext cx="650192" cy="721089"/>
                  </a:xfrm>
                  <a:custGeom>
                    <a:avLst/>
                    <a:gdLst/>
                    <a:ahLst/>
                    <a:cxnLst/>
                    <a:rect l="l" t="t" r="r" b="b"/>
                    <a:pathLst>
                      <a:path w="26009" h="28845" fill="none" extrusionOk="0">
                        <a:moveTo>
                          <a:pt x="26008" y="20743"/>
                        </a:moveTo>
                        <a:lnTo>
                          <a:pt x="24980" y="6321"/>
                        </a:lnTo>
                        <a:lnTo>
                          <a:pt x="11976" y="1"/>
                        </a:lnTo>
                        <a:lnTo>
                          <a:pt x="0" y="8102"/>
                        </a:lnTo>
                        <a:lnTo>
                          <a:pt x="1028" y="22525"/>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0" name="Google Shape;1180;p31"/>
                  <p:cNvSpPr/>
                  <p:nvPr/>
                </p:nvSpPr>
                <p:spPr>
                  <a:xfrm rot="157512">
                    <a:off x="7868375" y="991501"/>
                    <a:ext cx="650167" cy="721089"/>
                  </a:xfrm>
                  <a:custGeom>
                    <a:avLst/>
                    <a:gdLst/>
                    <a:ahLst/>
                    <a:cxnLst/>
                    <a:rect l="l" t="t" r="r" b="b"/>
                    <a:pathLst>
                      <a:path w="26008" h="28845" fill="none" extrusionOk="0">
                        <a:moveTo>
                          <a:pt x="26008" y="20743"/>
                        </a:moveTo>
                        <a:lnTo>
                          <a:pt x="24980" y="6321"/>
                        </a:lnTo>
                        <a:lnTo>
                          <a:pt x="11976" y="0"/>
                        </a:lnTo>
                        <a:lnTo>
                          <a:pt x="0" y="8102"/>
                        </a:lnTo>
                        <a:lnTo>
                          <a:pt x="1028"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1" name="Google Shape;1181;p31"/>
                  <p:cNvSpPr/>
                  <p:nvPr/>
                </p:nvSpPr>
                <p:spPr>
                  <a:xfrm rot="157512">
                    <a:off x="6943294" y="1557320"/>
                    <a:ext cx="650167" cy="721089"/>
                  </a:xfrm>
                  <a:custGeom>
                    <a:avLst/>
                    <a:gdLst/>
                    <a:ahLst/>
                    <a:cxnLst/>
                    <a:rect l="l" t="t" r="r" b="b"/>
                    <a:pathLst>
                      <a:path w="26008" h="28845" fill="none" extrusionOk="0">
                        <a:moveTo>
                          <a:pt x="26008" y="20743"/>
                        </a:moveTo>
                        <a:lnTo>
                          <a:pt x="24980" y="6320"/>
                        </a:lnTo>
                        <a:lnTo>
                          <a:pt x="11975" y="1"/>
                        </a:lnTo>
                        <a:lnTo>
                          <a:pt x="0" y="8102"/>
                        </a:lnTo>
                        <a:lnTo>
                          <a:pt x="1028" y="22524"/>
                        </a:lnTo>
                        <a:lnTo>
                          <a:pt x="14032"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2" name="Google Shape;1182;p31"/>
                  <p:cNvSpPr/>
                  <p:nvPr/>
                </p:nvSpPr>
                <p:spPr>
                  <a:xfrm rot="157512">
                    <a:off x="7569154" y="1541466"/>
                    <a:ext cx="650217" cy="721064"/>
                  </a:xfrm>
                  <a:custGeom>
                    <a:avLst/>
                    <a:gdLst/>
                    <a:ahLst/>
                    <a:cxnLst/>
                    <a:rect l="l" t="t" r="r" b="b"/>
                    <a:pathLst>
                      <a:path w="26010" h="28844" fill="none" extrusionOk="0">
                        <a:moveTo>
                          <a:pt x="26009" y="20743"/>
                        </a:moveTo>
                        <a:lnTo>
                          <a:pt x="24980" y="6321"/>
                        </a:lnTo>
                        <a:lnTo>
                          <a:pt x="11976" y="0"/>
                        </a:lnTo>
                        <a:lnTo>
                          <a:pt x="1" y="8101"/>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3" name="Google Shape;1183;p31"/>
                  <p:cNvSpPr/>
                  <p:nvPr/>
                </p:nvSpPr>
                <p:spPr>
                  <a:xfrm rot="157512">
                    <a:off x="8195039" y="1525586"/>
                    <a:ext cx="650217" cy="721114"/>
                  </a:xfrm>
                  <a:custGeom>
                    <a:avLst/>
                    <a:gdLst/>
                    <a:ahLst/>
                    <a:cxnLst/>
                    <a:rect l="l" t="t" r="r" b="b"/>
                    <a:pathLst>
                      <a:path w="26010" h="28846" fill="none" extrusionOk="0">
                        <a:moveTo>
                          <a:pt x="26009" y="20743"/>
                        </a:moveTo>
                        <a:lnTo>
                          <a:pt x="24980" y="6322"/>
                        </a:lnTo>
                        <a:lnTo>
                          <a:pt x="11976" y="1"/>
                        </a:lnTo>
                        <a:lnTo>
                          <a:pt x="0" y="8103"/>
                        </a:lnTo>
                        <a:lnTo>
                          <a:pt x="1029"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4" name="Google Shape;1184;p31"/>
                  <p:cNvSpPr/>
                  <p:nvPr/>
                </p:nvSpPr>
                <p:spPr>
                  <a:xfrm rot="157512">
                    <a:off x="4140535" y="2170703"/>
                    <a:ext cx="650217" cy="721089"/>
                  </a:xfrm>
                  <a:custGeom>
                    <a:avLst/>
                    <a:gdLst/>
                    <a:ahLst/>
                    <a:cxnLst/>
                    <a:rect l="l" t="t" r="r" b="b"/>
                    <a:pathLst>
                      <a:path w="26010" h="28845" fill="none" extrusionOk="0">
                        <a:moveTo>
                          <a:pt x="26009" y="20743"/>
                        </a:moveTo>
                        <a:lnTo>
                          <a:pt x="24980" y="6321"/>
                        </a:lnTo>
                        <a:lnTo>
                          <a:pt x="11977" y="0"/>
                        </a:lnTo>
                        <a:lnTo>
                          <a:pt x="1"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5" name="Google Shape;1185;p31"/>
                  <p:cNvSpPr/>
                  <p:nvPr/>
                </p:nvSpPr>
                <p:spPr>
                  <a:xfrm rot="157512">
                    <a:off x="4766419" y="2154848"/>
                    <a:ext cx="650192" cy="721089"/>
                  </a:xfrm>
                  <a:custGeom>
                    <a:avLst/>
                    <a:gdLst/>
                    <a:ahLst/>
                    <a:cxnLst/>
                    <a:rect l="l" t="t" r="r" b="b"/>
                    <a:pathLst>
                      <a:path w="26009" h="28845" fill="none" extrusionOk="0">
                        <a:moveTo>
                          <a:pt x="26009" y="20743"/>
                        </a:moveTo>
                        <a:lnTo>
                          <a:pt x="24980" y="6321"/>
                        </a:lnTo>
                        <a:lnTo>
                          <a:pt x="11977" y="1"/>
                        </a:lnTo>
                        <a:lnTo>
                          <a:pt x="0" y="8102"/>
                        </a:lnTo>
                        <a:lnTo>
                          <a:pt x="1029" y="22524"/>
                        </a:lnTo>
                        <a:lnTo>
                          <a:pt x="14034"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6" name="Google Shape;1186;p31"/>
                  <p:cNvSpPr/>
                  <p:nvPr/>
                </p:nvSpPr>
                <p:spPr>
                  <a:xfrm rot="157512">
                    <a:off x="5392303" y="2138993"/>
                    <a:ext cx="650192" cy="721089"/>
                  </a:xfrm>
                  <a:custGeom>
                    <a:avLst/>
                    <a:gdLst/>
                    <a:ahLst/>
                    <a:cxnLst/>
                    <a:rect l="l" t="t" r="r" b="b"/>
                    <a:pathLst>
                      <a:path w="26009" h="28845" fill="none" extrusionOk="0">
                        <a:moveTo>
                          <a:pt x="26009" y="20743"/>
                        </a:moveTo>
                        <a:lnTo>
                          <a:pt x="24981" y="6321"/>
                        </a:lnTo>
                        <a:lnTo>
                          <a:pt x="11976" y="0"/>
                        </a:lnTo>
                        <a:lnTo>
                          <a:pt x="0" y="8102"/>
                        </a:lnTo>
                        <a:lnTo>
                          <a:pt x="1029"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7" name="Google Shape;1187;p31"/>
                  <p:cNvSpPr/>
                  <p:nvPr/>
                </p:nvSpPr>
                <p:spPr>
                  <a:xfrm rot="157512">
                    <a:off x="6018188" y="2123139"/>
                    <a:ext cx="650192" cy="721089"/>
                  </a:xfrm>
                  <a:custGeom>
                    <a:avLst/>
                    <a:gdLst/>
                    <a:ahLst/>
                    <a:cxnLst/>
                    <a:rect l="l" t="t" r="r" b="b"/>
                    <a:pathLst>
                      <a:path w="26009" h="28845" fill="none" extrusionOk="0">
                        <a:moveTo>
                          <a:pt x="26008"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8" name="Google Shape;1188;p31"/>
                  <p:cNvSpPr/>
                  <p:nvPr/>
                </p:nvSpPr>
                <p:spPr>
                  <a:xfrm rot="157512">
                    <a:off x="6644073" y="2107259"/>
                    <a:ext cx="650192" cy="721114"/>
                  </a:xfrm>
                  <a:custGeom>
                    <a:avLst/>
                    <a:gdLst/>
                    <a:ahLst/>
                    <a:cxnLst/>
                    <a:rect l="l" t="t" r="r" b="b"/>
                    <a:pathLst>
                      <a:path w="26009" h="28846" fill="none" extrusionOk="0">
                        <a:moveTo>
                          <a:pt x="26008" y="20743"/>
                        </a:moveTo>
                        <a:lnTo>
                          <a:pt x="24980" y="6321"/>
                        </a:lnTo>
                        <a:lnTo>
                          <a:pt x="11976" y="1"/>
                        </a:lnTo>
                        <a:lnTo>
                          <a:pt x="1" y="8103"/>
                        </a:lnTo>
                        <a:lnTo>
                          <a:pt x="1028"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9" name="Google Shape;1189;p31"/>
                  <p:cNvSpPr/>
                  <p:nvPr/>
                </p:nvSpPr>
                <p:spPr>
                  <a:xfrm rot="157512">
                    <a:off x="7269957" y="2091430"/>
                    <a:ext cx="650192" cy="721064"/>
                  </a:xfrm>
                  <a:custGeom>
                    <a:avLst/>
                    <a:gdLst/>
                    <a:ahLst/>
                    <a:cxnLst/>
                    <a:rect l="l" t="t" r="r" b="b"/>
                    <a:pathLst>
                      <a:path w="26009" h="28844" fill="none" extrusionOk="0">
                        <a:moveTo>
                          <a:pt x="26009" y="20743"/>
                        </a:moveTo>
                        <a:lnTo>
                          <a:pt x="24980" y="6320"/>
                        </a:lnTo>
                        <a:lnTo>
                          <a:pt x="11976" y="0"/>
                        </a:lnTo>
                        <a:lnTo>
                          <a:pt x="0" y="8101"/>
                        </a:lnTo>
                        <a:lnTo>
                          <a:pt x="1028"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0" name="Google Shape;1190;p31"/>
                  <p:cNvSpPr/>
                  <p:nvPr/>
                </p:nvSpPr>
                <p:spPr>
                  <a:xfrm rot="157512">
                    <a:off x="7895842" y="2075550"/>
                    <a:ext cx="650192" cy="721089"/>
                  </a:xfrm>
                  <a:custGeom>
                    <a:avLst/>
                    <a:gdLst/>
                    <a:ahLst/>
                    <a:cxnLst/>
                    <a:rect l="l" t="t" r="r" b="b"/>
                    <a:pathLst>
                      <a:path w="26009" h="28845" fill="none" extrusionOk="0">
                        <a:moveTo>
                          <a:pt x="26009" y="20743"/>
                        </a:moveTo>
                        <a:lnTo>
                          <a:pt x="24980" y="6322"/>
                        </a:lnTo>
                        <a:lnTo>
                          <a:pt x="11976" y="1"/>
                        </a:lnTo>
                        <a:lnTo>
                          <a:pt x="0" y="8102"/>
                        </a:lnTo>
                        <a:lnTo>
                          <a:pt x="1029"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1" name="Google Shape;1191;p31"/>
                  <p:cNvSpPr/>
                  <p:nvPr/>
                </p:nvSpPr>
                <p:spPr>
                  <a:xfrm rot="157512">
                    <a:off x="3841337" y="2720667"/>
                    <a:ext cx="650192" cy="721114"/>
                  </a:xfrm>
                  <a:custGeom>
                    <a:avLst/>
                    <a:gdLst/>
                    <a:ahLst/>
                    <a:cxnLst/>
                    <a:rect l="l" t="t" r="r" b="b"/>
                    <a:pathLst>
                      <a:path w="26009" h="28846" fill="none" extrusionOk="0">
                        <a:moveTo>
                          <a:pt x="26009" y="20743"/>
                        </a:moveTo>
                        <a:lnTo>
                          <a:pt x="24980" y="6321"/>
                        </a:lnTo>
                        <a:lnTo>
                          <a:pt x="11975" y="0"/>
                        </a:lnTo>
                        <a:lnTo>
                          <a:pt x="0" y="8102"/>
                        </a:lnTo>
                        <a:lnTo>
                          <a:pt x="1029" y="22524"/>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2" name="Google Shape;1192;p31"/>
                  <p:cNvSpPr/>
                  <p:nvPr/>
                </p:nvSpPr>
                <p:spPr>
                  <a:xfrm rot="157512">
                    <a:off x="4467198" y="2704787"/>
                    <a:ext cx="650217" cy="721114"/>
                  </a:xfrm>
                  <a:custGeom>
                    <a:avLst/>
                    <a:gdLst/>
                    <a:ahLst/>
                    <a:cxnLst/>
                    <a:rect l="l" t="t" r="r" b="b"/>
                    <a:pathLst>
                      <a:path w="26010" h="28846" fill="none" extrusionOk="0">
                        <a:moveTo>
                          <a:pt x="26010" y="20743"/>
                        </a:moveTo>
                        <a:lnTo>
                          <a:pt x="24982" y="6322"/>
                        </a:lnTo>
                        <a:lnTo>
                          <a:pt x="11977" y="1"/>
                        </a:lnTo>
                        <a:lnTo>
                          <a:pt x="1" y="8103"/>
                        </a:lnTo>
                        <a:lnTo>
                          <a:pt x="1030" y="22525"/>
                        </a:lnTo>
                        <a:lnTo>
                          <a:pt x="14033"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3" name="Google Shape;1193;p31"/>
                  <p:cNvSpPr/>
                  <p:nvPr/>
                </p:nvSpPr>
                <p:spPr>
                  <a:xfrm rot="157512">
                    <a:off x="5093107" y="2688958"/>
                    <a:ext cx="650192" cy="721089"/>
                  </a:xfrm>
                  <a:custGeom>
                    <a:avLst/>
                    <a:gdLst/>
                    <a:ahLst/>
                    <a:cxnLst/>
                    <a:rect l="l" t="t" r="r" b="b"/>
                    <a:pathLst>
                      <a:path w="26009" h="28845" fill="none" extrusionOk="0">
                        <a:moveTo>
                          <a:pt x="26008" y="20743"/>
                        </a:moveTo>
                        <a:lnTo>
                          <a:pt x="24980" y="6320"/>
                        </a:lnTo>
                        <a:lnTo>
                          <a:pt x="11976" y="0"/>
                        </a:lnTo>
                        <a:lnTo>
                          <a:pt x="1" y="8102"/>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4" name="Google Shape;1194;p31"/>
                  <p:cNvSpPr/>
                  <p:nvPr/>
                </p:nvSpPr>
                <p:spPr>
                  <a:xfrm rot="157512">
                    <a:off x="5718992" y="2673103"/>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5" name="Google Shape;1195;p31"/>
                  <p:cNvSpPr/>
                  <p:nvPr/>
                </p:nvSpPr>
                <p:spPr>
                  <a:xfrm rot="157512">
                    <a:off x="6344876" y="2657223"/>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6" name="Google Shape;1196;p31"/>
                  <p:cNvSpPr/>
                  <p:nvPr/>
                </p:nvSpPr>
                <p:spPr>
                  <a:xfrm rot="157512">
                    <a:off x="6970736" y="2641369"/>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7" name="Google Shape;1197;p31"/>
                  <p:cNvSpPr/>
                  <p:nvPr/>
                </p:nvSpPr>
                <p:spPr>
                  <a:xfrm rot="157512">
                    <a:off x="4168001" y="3254751"/>
                    <a:ext cx="650217" cy="721114"/>
                  </a:xfrm>
                  <a:custGeom>
                    <a:avLst/>
                    <a:gdLst/>
                    <a:ahLst/>
                    <a:cxnLst/>
                    <a:rect l="l" t="t" r="r" b="b"/>
                    <a:pathLst>
                      <a:path w="26010" h="28846" fill="none" extrusionOk="0">
                        <a:moveTo>
                          <a:pt x="26009" y="20744"/>
                        </a:moveTo>
                        <a:lnTo>
                          <a:pt x="24980" y="6322"/>
                        </a:lnTo>
                        <a:lnTo>
                          <a:pt x="11977" y="1"/>
                        </a:lnTo>
                        <a:lnTo>
                          <a:pt x="0" y="8103"/>
                        </a:lnTo>
                        <a:lnTo>
                          <a:pt x="1029"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8" name="Google Shape;1198;p31"/>
                  <p:cNvSpPr/>
                  <p:nvPr/>
                </p:nvSpPr>
                <p:spPr>
                  <a:xfrm rot="157512">
                    <a:off x="4793885" y="3238896"/>
                    <a:ext cx="650192" cy="721114"/>
                  </a:xfrm>
                  <a:custGeom>
                    <a:avLst/>
                    <a:gdLst/>
                    <a:ahLst/>
                    <a:cxnLst/>
                    <a:rect l="l" t="t" r="r" b="b"/>
                    <a:pathLst>
                      <a:path w="26009" h="28846" fill="none" extrusionOk="0">
                        <a:moveTo>
                          <a:pt x="26009" y="20743"/>
                        </a:moveTo>
                        <a:lnTo>
                          <a:pt x="24981" y="6321"/>
                        </a:lnTo>
                        <a:lnTo>
                          <a:pt x="11977" y="0"/>
                        </a:lnTo>
                        <a:lnTo>
                          <a:pt x="0"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9" name="Google Shape;1199;p31"/>
                  <p:cNvSpPr/>
                  <p:nvPr/>
                </p:nvSpPr>
                <p:spPr>
                  <a:xfrm rot="157512">
                    <a:off x="5419770" y="3223067"/>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0" name="Google Shape;1200;p31"/>
                  <p:cNvSpPr/>
                  <p:nvPr/>
                </p:nvSpPr>
                <p:spPr>
                  <a:xfrm rot="157512">
                    <a:off x="6045654" y="3207187"/>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1" name="Google Shape;1201;p31"/>
                  <p:cNvSpPr/>
                  <p:nvPr/>
                </p:nvSpPr>
                <p:spPr>
                  <a:xfrm rot="157512">
                    <a:off x="3868779" y="3804714"/>
                    <a:ext cx="650217" cy="721114"/>
                  </a:xfrm>
                  <a:custGeom>
                    <a:avLst/>
                    <a:gdLst/>
                    <a:ahLst/>
                    <a:cxnLst/>
                    <a:rect l="l" t="t" r="r" b="b"/>
                    <a:pathLst>
                      <a:path w="26010" h="28846" fill="none" extrusionOk="0">
                        <a:moveTo>
                          <a:pt x="26010" y="20744"/>
                        </a:moveTo>
                        <a:lnTo>
                          <a:pt x="24982" y="6322"/>
                        </a:lnTo>
                        <a:lnTo>
                          <a:pt x="11977" y="1"/>
                        </a:lnTo>
                        <a:lnTo>
                          <a:pt x="1" y="8102"/>
                        </a:lnTo>
                        <a:lnTo>
                          <a:pt x="1030" y="22525"/>
                        </a:lnTo>
                        <a:lnTo>
                          <a:pt x="14034" y="28846"/>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2" name="Google Shape;1202;p31"/>
                  <p:cNvSpPr/>
                  <p:nvPr/>
                </p:nvSpPr>
                <p:spPr>
                  <a:xfrm rot="157512">
                    <a:off x="4494689" y="3788860"/>
                    <a:ext cx="650192" cy="721114"/>
                  </a:xfrm>
                  <a:custGeom>
                    <a:avLst/>
                    <a:gdLst/>
                    <a:ahLst/>
                    <a:cxnLst/>
                    <a:rect l="l" t="t" r="r" b="b"/>
                    <a:pathLst>
                      <a:path w="26009" h="28846" fill="none" extrusionOk="0">
                        <a:moveTo>
                          <a:pt x="26008" y="20743"/>
                        </a:moveTo>
                        <a:lnTo>
                          <a:pt x="24980" y="6321"/>
                        </a:lnTo>
                        <a:lnTo>
                          <a:pt x="11976" y="1"/>
                        </a:lnTo>
                        <a:lnTo>
                          <a:pt x="1" y="8103"/>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3" name="Google Shape;1203;p31"/>
                  <p:cNvSpPr/>
                  <p:nvPr/>
                </p:nvSpPr>
                <p:spPr>
                  <a:xfrm rot="157512">
                    <a:off x="5120574" y="3773006"/>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04" name="Google Shape;1204;p31"/>
                <p:cNvSpPr/>
                <p:nvPr/>
              </p:nvSpPr>
              <p:spPr>
                <a:xfrm rot="157512">
                  <a:off x="6228998" y="4446717"/>
                  <a:ext cx="57072" cy="57047"/>
                </a:xfrm>
                <a:custGeom>
                  <a:avLst/>
                  <a:gdLst/>
                  <a:ahLst/>
                  <a:cxnLst/>
                  <a:rect l="l" t="t" r="r" b="b"/>
                  <a:pathLst>
                    <a:path w="2283" h="2282" extrusionOk="0">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5" name="Google Shape;1205;p31"/>
                <p:cNvSpPr/>
                <p:nvPr/>
              </p:nvSpPr>
              <p:spPr>
                <a:xfrm rot="157512">
                  <a:off x="9351770" y="4005108"/>
                  <a:ext cx="57047" cy="57072"/>
                </a:xfrm>
                <a:custGeom>
                  <a:avLst/>
                  <a:gdLst/>
                  <a:ahLst/>
                  <a:cxnLst/>
                  <a:rect l="l" t="t" r="r" b="b"/>
                  <a:pathLst>
                    <a:path w="2282" h="2283" extrusionOk="0">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6" name="Google Shape;1206;p31"/>
                <p:cNvSpPr/>
                <p:nvPr/>
              </p:nvSpPr>
              <p:spPr>
                <a:xfrm rot="157512">
                  <a:off x="8403706" y="3847890"/>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7" name="Google Shape;1207;p31"/>
                <p:cNvSpPr/>
                <p:nvPr/>
              </p:nvSpPr>
              <p:spPr>
                <a:xfrm rot="157512">
                  <a:off x="8124633" y="5115580"/>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8" name="Google Shape;1208;p31"/>
                <p:cNvSpPr/>
                <p:nvPr/>
              </p:nvSpPr>
              <p:spPr>
                <a:xfrm rot="157512">
                  <a:off x="6574005" y="5703526"/>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9" name="Google Shape;1209;p31"/>
                <p:cNvSpPr/>
                <p:nvPr/>
              </p:nvSpPr>
              <p:spPr>
                <a:xfrm rot="157512">
                  <a:off x="5957267" y="6080755"/>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0" name="Google Shape;1210;p31"/>
                <p:cNvSpPr/>
                <p:nvPr/>
              </p:nvSpPr>
              <p:spPr>
                <a:xfrm rot="157512">
                  <a:off x="5929801" y="4996682"/>
                  <a:ext cx="57072" cy="57047"/>
                </a:xfrm>
                <a:custGeom>
                  <a:avLst/>
                  <a:gdLst/>
                  <a:ahLst/>
                  <a:cxnLst/>
                  <a:rect l="l" t="t" r="r" b="b"/>
                  <a:pathLst>
                    <a:path w="2283" h="2282" extrusionOk="0">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1" name="Google Shape;1211;p31"/>
                <p:cNvSpPr/>
                <p:nvPr/>
              </p:nvSpPr>
              <p:spPr>
                <a:xfrm rot="157512">
                  <a:off x="9015730" y="3465389"/>
                  <a:ext cx="57047" cy="57072"/>
                </a:xfrm>
                <a:custGeom>
                  <a:avLst/>
                  <a:gdLst/>
                  <a:ahLst/>
                  <a:cxnLst/>
                  <a:rect l="l" t="t" r="r" b="b"/>
                  <a:pathLst>
                    <a:path w="2282" h="2283" extrusionOk="0">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212" name="Google Shape;1212;p31"/>
            <p:cNvSpPr/>
            <p:nvPr/>
          </p:nvSpPr>
          <p:spPr>
            <a:xfrm rot="157512">
              <a:off x="8799542" y="3225845"/>
              <a:ext cx="57022" cy="57072"/>
            </a:xfrm>
            <a:custGeom>
              <a:avLst/>
              <a:gdLst/>
              <a:ahLst/>
              <a:cxnLst/>
              <a:rect l="l" t="t" r="r" b="b"/>
              <a:pathLst>
                <a:path w="2281" h="2283" extrusionOk="0">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3" name="Google Shape;1213;p31"/>
            <p:cNvSpPr/>
            <p:nvPr/>
          </p:nvSpPr>
          <p:spPr>
            <a:xfrm rot="157512">
              <a:off x="5710335" y="4761896"/>
              <a:ext cx="57072" cy="57072"/>
            </a:xfrm>
            <a:custGeom>
              <a:avLst/>
              <a:gdLst/>
              <a:ahLst/>
              <a:cxnLst/>
              <a:rect l="l" t="t" r="r" b="b"/>
              <a:pathLst>
                <a:path w="2283" h="2283" extrusionOk="0">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4" name="Google Shape;1214;p31"/>
            <p:cNvSpPr/>
            <p:nvPr/>
          </p:nvSpPr>
          <p:spPr>
            <a:xfrm rot="157512">
              <a:off x="7885492" y="4168682"/>
              <a:ext cx="57047" cy="57047"/>
            </a:xfrm>
            <a:custGeom>
              <a:avLst/>
              <a:gdLst/>
              <a:ahLst/>
              <a:cxnLst/>
              <a:rect l="l" t="t" r="r" b="b"/>
              <a:pathLst>
                <a:path w="2282" h="2282" extrusionOk="0">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15" name="Google Shape;1215;p31"/>
          <p:cNvGrpSpPr/>
          <p:nvPr/>
        </p:nvGrpSpPr>
        <p:grpSpPr>
          <a:xfrm>
            <a:off x="365634" y="2918033"/>
            <a:ext cx="102433" cy="102400"/>
            <a:chOff x="3104875" y="1099400"/>
            <a:chExt cx="76825" cy="76800"/>
          </a:xfrm>
        </p:grpSpPr>
        <p:sp>
          <p:nvSpPr>
            <p:cNvPr id="1216" name="Google Shape;1216;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7" name="Google Shape;1217;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18" name="Google Shape;1218;p31"/>
          <p:cNvGrpSpPr/>
          <p:nvPr/>
        </p:nvGrpSpPr>
        <p:grpSpPr>
          <a:xfrm>
            <a:off x="5044468" y="6375000"/>
            <a:ext cx="102433" cy="102400"/>
            <a:chOff x="3104875" y="1099400"/>
            <a:chExt cx="76825" cy="76800"/>
          </a:xfrm>
        </p:grpSpPr>
        <p:sp>
          <p:nvSpPr>
            <p:cNvPr id="1219" name="Google Shape;1219;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0" name="Google Shape;1220;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21" name="Google Shape;1221;p31"/>
          <p:cNvGrpSpPr/>
          <p:nvPr/>
        </p:nvGrpSpPr>
        <p:grpSpPr>
          <a:xfrm>
            <a:off x="9378901" y="351433"/>
            <a:ext cx="102433" cy="102400"/>
            <a:chOff x="3104875" y="1099400"/>
            <a:chExt cx="76825" cy="76800"/>
          </a:xfrm>
        </p:grpSpPr>
        <p:sp>
          <p:nvSpPr>
            <p:cNvPr id="1222" name="Google Shape;1222;p31"/>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3" name="Google Shape;1223;p31"/>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pic>
        <p:nvPicPr>
          <p:cNvPr id="1224" name="Google Shape;1224;p31"/>
          <p:cNvPicPr preferRelativeResize="0"/>
          <p:nvPr/>
        </p:nvPicPr>
        <p:blipFill rotWithShape="1">
          <a:blip r:embed="rId2">
            <a:alphaModFix/>
          </a:blip>
          <a:srcRect l="24331" t="5721" r="23342" b="4591"/>
          <a:stretch/>
        </p:blipFill>
        <p:spPr>
          <a:xfrm rot="2268302">
            <a:off x="272049" y="2919850"/>
            <a:ext cx="2476499" cy="2387599"/>
          </a:xfrm>
          <a:prstGeom prst="rect">
            <a:avLst/>
          </a:prstGeom>
          <a:noFill/>
          <a:ln>
            <a:noFill/>
          </a:ln>
        </p:spPr>
      </p:pic>
      <p:pic>
        <p:nvPicPr>
          <p:cNvPr id="1225" name="Google Shape;1225;p31"/>
          <p:cNvPicPr preferRelativeResize="0"/>
          <p:nvPr/>
        </p:nvPicPr>
        <p:blipFill rotWithShape="1">
          <a:blip r:embed="rId3">
            <a:alphaModFix/>
          </a:blip>
          <a:srcRect l="18647" t="7960" r="8852" b="8336"/>
          <a:stretch/>
        </p:blipFill>
        <p:spPr>
          <a:xfrm rot="-1406513">
            <a:off x="1199048" y="569901"/>
            <a:ext cx="1566977" cy="1017636"/>
          </a:xfrm>
          <a:prstGeom prst="rect">
            <a:avLst/>
          </a:prstGeom>
          <a:noFill/>
          <a:ln>
            <a:noFill/>
          </a:ln>
        </p:spPr>
      </p:pic>
      <p:pic>
        <p:nvPicPr>
          <p:cNvPr id="1226" name="Google Shape;1226;p31"/>
          <p:cNvPicPr preferRelativeResize="0"/>
          <p:nvPr/>
        </p:nvPicPr>
        <p:blipFill rotWithShape="1">
          <a:blip r:embed="rId4">
            <a:alphaModFix/>
          </a:blip>
          <a:srcRect l="25537" t="7152" r="23467" b="5838"/>
          <a:stretch/>
        </p:blipFill>
        <p:spPr>
          <a:xfrm>
            <a:off x="9234132" y="1006967"/>
            <a:ext cx="2560000" cy="2456968"/>
          </a:xfrm>
          <a:prstGeom prst="rect">
            <a:avLst/>
          </a:prstGeom>
          <a:noFill/>
          <a:ln>
            <a:noFill/>
          </a:ln>
        </p:spPr>
      </p:pic>
      <p:pic>
        <p:nvPicPr>
          <p:cNvPr id="1227" name="Google Shape;1227;p31"/>
          <p:cNvPicPr preferRelativeResize="0"/>
          <p:nvPr/>
        </p:nvPicPr>
        <p:blipFill rotWithShape="1">
          <a:blip r:embed="rId5">
            <a:alphaModFix/>
          </a:blip>
          <a:srcRect l="15236" r="10474"/>
          <a:stretch/>
        </p:blipFill>
        <p:spPr>
          <a:xfrm rot="1220421">
            <a:off x="8913166" y="2713346"/>
            <a:ext cx="2070100" cy="1854468"/>
          </a:xfrm>
          <a:prstGeom prst="rect">
            <a:avLst/>
          </a:prstGeom>
          <a:noFill/>
          <a:ln>
            <a:noFill/>
          </a:ln>
        </p:spPr>
      </p:pic>
      <p:pic>
        <p:nvPicPr>
          <p:cNvPr id="1228" name="Google Shape;1228;p31"/>
          <p:cNvPicPr preferRelativeResize="0"/>
          <p:nvPr/>
        </p:nvPicPr>
        <p:blipFill rotWithShape="1">
          <a:blip r:embed="rId6">
            <a:alphaModFix/>
          </a:blip>
          <a:srcRect l="22009" r="18455"/>
          <a:stretch/>
        </p:blipFill>
        <p:spPr>
          <a:xfrm rot="-1592621">
            <a:off x="1964641" y="3544444"/>
            <a:ext cx="1204884" cy="1138416"/>
          </a:xfrm>
          <a:prstGeom prst="rect">
            <a:avLst/>
          </a:prstGeom>
          <a:noFill/>
          <a:ln>
            <a:noFill/>
          </a:ln>
        </p:spPr>
      </p:pic>
    </p:spTree>
    <p:extLst>
      <p:ext uri="{BB962C8B-B14F-4D97-AF65-F5344CB8AC3E}">
        <p14:creationId xmlns:p14="http://schemas.microsoft.com/office/powerpoint/2010/main" val="2819886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232"/>
        <p:cNvGrpSpPr/>
        <p:nvPr/>
      </p:nvGrpSpPr>
      <p:grpSpPr>
        <a:xfrm>
          <a:off x="0" y="0"/>
          <a:ext cx="0" cy="0"/>
          <a:chOff x="0" y="0"/>
          <a:chExt cx="0" cy="0"/>
        </a:xfrm>
      </p:grpSpPr>
    </p:spTree>
    <p:extLst>
      <p:ext uri="{BB962C8B-B14F-4D97-AF65-F5344CB8AC3E}">
        <p14:creationId xmlns:p14="http://schemas.microsoft.com/office/powerpoint/2010/main" val="372748187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233"/>
        <p:cNvGrpSpPr/>
        <p:nvPr/>
      </p:nvGrpSpPr>
      <p:grpSpPr>
        <a:xfrm>
          <a:off x="0" y="0"/>
          <a:ext cx="0" cy="0"/>
          <a:chOff x="0" y="0"/>
          <a:chExt cx="0" cy="0"/>
        </a:xfrm>
      </p:grpSpPr>
      <p:sp>
        <p:nvSpPr>
          <p:cNvPr id="1234" name="Google Shape;1234;p34"/>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9984578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675584"/>
            <a:ext cx="9378400" cy="2924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128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0967" y="4694817"/>
            <a:ext cx="6038400" cy="487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2000">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379754298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34"/>
        <p:cNvGrpSpPr/>
        <p:nvPr/>
      </p:nvGrpSpPr>
      <p:grpSpPr>
        <a:xfrm>
          <a:off x="0" y="0"/>
          <a:ext cx="0" cy="0"/>
          <a:chOff x="0" y="0"/>
          <a:chExt cx="0" cy="0"/>
        </a:xfrm>
      </p:grpSpPr>
      <p:sp>
        <p:nvSpPr>
          <p:cNvPr id="335" name="Google Shape;335;p8"/>
          <p:cNvSpPr txBox="1">
            <a:spLocks noGrp="1"/>
          </p:cNvSpPr>
          <p:nvPr>
            <p:ph type="title"/>
          </p:nvPr>
        </p:nvSpPr>
        <p:spPr>
          <a:xfrm>
            <a:off x="1257400" y="1742800"/>
            <a:ext cx="9677200" cy="337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11466"/>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369094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5" Type="http://schemas.openxmlformats.org/officeDocument/2006/relationships/theme" Target="../theme/theme2.xml"/><Relationship Id="rId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 Id="rId5" Type="http://schemas.openxmlformats.org/officeDocument/2006/relationships/theme" Target="../theme/theme4.xml"/><Relationship Id="rId4"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1pPr>
            <a:lvl2pPr lvl="1"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2pPr>
            <a:lvl3pPr lvl="2"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3pPr>
            <a:lvl4pPr lvl="3"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4pPr>
            <a:lvl5pPr lvl="4"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5pPr>
            <a:lvl6pPr lvl="5"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6pPr>
            <a:lvl7pPr lvl="6"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7pPr>
            <a:lvl8pPr lvl="7"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8pPr>
            <a:lvl9pPr lvl="8" algn="ctr" rtl="0">
              <a:spcBef>
                <a:spcPts val="0"/>
              </a:spcBef>
              <a:spcAft>
                <a:spcPts val="0"/>
              </a:spcAft>
              <a:buClr>
                <a:schemeClr val="dk1"/>
              </a:buClr>
              <a:buSzPts val="3000"/>
              <a:buFont typeface="Public Sans"/>
              <a:buNone/>
              <a:defRPr sz="3000">
                <a:solidFill>
                  <a:schemeClr val="dk1"/>
                </a:solidFill>
                <a:latin typeface="Public Sans"/>
                <a:ea typeface="Public Sans"/>
                <a:cs typeface="Public Sans"/>
                <a:sym typeface="Public Sans"/>
              </a:defRPr>
            </a:lvl9pPr>
          </a:lstStyle>
          <a:p>
            <a:endParaRPr/>
          </a:p>
        </p:txBody>
      </p:sp>
      <p:sp>
        <p:nvSpPr>
          <p:cNvPr id="7" name="Google Shape;7;p1"/>
          <p:cNvSpPr txBox="1">
            <a:spLocks noGrp="1"/>
          </p:cNvSpPr>
          <p:nvPr>
            <p:ph type="body" idx="1"/>
          </p:nvPr>
        </p:nvSpPr>
        <p:spPr>
          <a:xfrm>
            <a:off x="951200"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1pPr>
            <a:lvl2pPr marL="914400" lvl="1"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2pPr>
            <a:lvl3pPr marL="1371600" lvl="2"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3pPr>
            <a:lvl4pPr marL="1828800" lvl="3"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4pPr>
            <a:lvl5pPr marL="2286000" lvl="4"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5pPr>
            <a:lvl6pPr marL="2743200" lvl="5"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6pPr>
            <a:lvl7pPr marL="3200400" lvl="6"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7pPr>
            <a:lvl8pPr marL="3657600" lvl="7"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8pPr>
            <a:lvl9pPr marL="4114800" lvl="8" indent="-317500">
              <a:lnSpc>
                <a:spcPct val="115000"/>
              </a:lnSpc>
              <a:spcBef>
                <a:spcPts val="0"/>
              </a:spcBef>
              <a:spcAft>
                <a:spcPts val="0"/>
              </a:spcAft>
              <a:buClr>
                <a:schemeClr val="lt1"/>
              </a:buClr>
              <a:buSzPts val="1400"/>
              <a:buFont typeface="Commissioner"/>
              <a:buChar char="■"/>
              <a:defRPr>
                <a:solidFill>
                  <a:schemeClr val="lt1"/>
                </a:solidFill>
                <a:latin typeface="Commissioner"/>
                <a:ea typeface="Commissioner"/>
                <a:cs typeface="Commissioner"/>
                <a:sym typeface="Commissioner"/>
              </a:defRPr>
            </a:lvl9pPr>
          </a:lstStyle>
          <a:p>
            <a:endParaRPr/>
          </a:p>
        </p:txBody>
      </p:sp>
    </p:spTree>
    <p:extLst>
      <p:ext uri="{BB962C8B-B14F-4D97-AF65-F5344CB8AC3E}">
        <p14:creationId xmlns:p14="http://schemas.microsoft.com/office/powerpoint/2010/main" val="2873159262"/>
      </p:ext>
    </p:extLst>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297"/>
        <p:cNvGrpSpPr/>
        <p:nvPr/>
      </p:nvGrpSpPr>
      <p:grpSpPr>
        <a:xfrm>
          <a:off x="0" y="0"/>
          <a:ext cx="0" cy="0"/>
          <a:chOff x="0" y="0"/>
          <a:chExt cx="0" cy="0"/>
        </a:xfrm>
      </p:grpSpPr>
      <p:sp>
        <p:nvSpPr>
          <p:cNvPr id="298" name="Google Shape;298;p30"/>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99" name="Google Shape;299;p30"/>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013479229"/>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45" r:id="rId3"/>
    <p:sldLayoutId id="2147483746"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719333"/>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Montserrat Black"/>
              <a:buNone/>
              <a:defRPr sz="3200">
                <a:solidFill>
                  <a:schemeClr val="dk1"/>
                </a:solidFill>
                <a:latin typeface="Montserrat Black"/>
                <a:ea typeface="Montserrat Black"/>
                <a:cs typeface="Montserrat Black"/>
                <a:sym typeface="Montserrat Black"/>
              </a:defRPr>
            </a:lvl1pPr>
            <a:lvl2pPr lvl="1"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2pPr>
            <a:lvl3pPr lvl="2"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3pPr>
            <a:lvl4pPr lvl="3"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4pPr>
            <a:lvl5pPr lvl="4"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5pPr>
            <a:lvl6pPr lvl="5"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6pPr>
            <a:lvl7pPr lvl="6"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7pPr>
            <a:lvl8pPr lvl="7"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8pPr>
            <a:lvl9pPr lvl="8"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Montserrat"/>
              <a:buChar char="◆"/>
              <a:defRPr>
                <a:solidFill>
                  <a:schemeClr val="dk1"/>
                </a:solidFill>
                <a:latin typeface="Montserrat"/>
                <a:ea typeface="Montserrat"/>
                <a:cs typeface="Montserrat"/>
                <a:sym typeface="Montserrat"/>
              </a:defRPr>
            </a:lvl1pPr>
            <a:lvl2pPr marL="914400" lvl="1"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474054129"/>
      </p:ext>
    </p:extLst>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229"/>
        <p:cNvGrpSpPr/>
        <p:nvPr/>
      </p:nvGrpSpPr>
      <p:grpSpPr>
        <a:xfrm>
          <a:off x="0" y="0"/>
          <a:ext cx="0" cy="0"/>
          <a:chOff x="0" y="0"/>
          <a:chExt cx="0" cy="0"/>
        </a:xfrm>
      </p:grpSpPr>
      <p:sp>
        <p:nvSpPr>
          <p:cNvPr id="1230" name="Google Shape;1230;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231" name="Google Shape;1231;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899055176"/>
      </p:ext>
    </p:extLst>
  </p:cSld>
  <p:clrMap bg1="lt1" tx1="dk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48+ Thousand Ai Generated Background Royalty-Free Images, Stock Photos &amp;  Pictures | Shutterstock">
            <a:extLst>
              <a:ext uri="{FF2B5EF4-FFF2-40B4-BE49-F238E27FC236}">
                <a16:creationId xmlns:a16="http://schemas.microsoft.com/office/drawing/2014/main" id="{C9AC4ACD-57CA-1391-8C49-FDA6F72EB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924"/>
            <a:ext cx="12192000" cy="693902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EB31331-8E7B-2E95-A36C-1D5FE10E8333}"/>
              </a:ext>
            </a:extLst>
          </p:cNvPr>
          <p:cNvSpPr>
            <a:spLocks noGrp="1"/>
          </p:cNvSpPr>
          <p:nvPr>
            <p:ph type="ctrTitle"/>
          </p:nvPr>
        </p:nvSpPr>
        <p:spPr>
          <a:xfrm>
            <a:off x="2327378" y="1886882"/>
            <a:ext cx="8168300" cy="1278908"/>
          </a:xfrm>
        </p:spPr>
        <p:txBody>
          <a:bodyPr>
            <a:normAutofit fontScale="90000"/>
          </a:bodyPr>
          <a:lstStyle/>
          <a:p>
            <a:pPr algn="just"/>
            <a:r>
              <a:rPr lang="en-IN" sz="3600" b="1" i="1" dirty="0" err="1">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EcoLens</a:t>
            </a:r>
            <a:r>
              <a:rPr lang="en-IN" sz="3600" b="1" i="1"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a:t>
            </a:r>
            <a:r>
              <a:rPr lang="en-IN" sz="3600" b="1" dirty="0">
                <a:solidFill>
                  <a:schemeClr val="bg1"/>
                </a:solidFill>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An</a:t>
            </a:r>
            <a:r>
              <a:rPr lang="en-IN" sz="3600" b="1"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 AI-Based System For Detecting Greenwashing In Sustainability Claims</a:t>
            </a:r>
          </a:p>
        </p:txBody>
      </p:sp>
      <p:sp>
        <p:nvSpPr>
          <p:cNvPr id="3" name="Subtitle 2">
            <a:extLst>
              <a:ext uri="{FF2B5EF4-FFF2-40B4-BE49-F238E27FC236}">
                <a16:creationId xmlns:a16="http://schemas.microsoft.com/office/drawing/2014/main" id="{CFCD4310-F66B-7A69-1E26-E7539CF9CAC0}"/>
              </a:ext>
            </a:extLst>
          </p:cNvPr>
          <p:cNvSpPr>
            <a:spLocks noGrp="1"/>
          </p:cNvSpPr>
          <p:nvPr>
            <p:ph type="subTitle" idx="1"/>
          </p:nvPr>
        </p:nvSpPr>
        <p:spPr>
          <a:xfrm>
            <a:off x="1713837" y="3290893"/>
            <a:ext cx="8581816" cy="1231107"/>
          </a:xfrm>
        </p:spPr>
        <p:txBody>
          <a:bodyPr/>
          <a:lstStyle/>
          <a:p>
            <a:r>
              <a:rPr lang="en-IN" b="1" dirty="0">
                <a:latin typeface="Times New Roman" panose="02020603050405020304" pitchFamily="18" charset="0"/>
                <a:cs typeface="Times New Roman" panose="02020603050405020304" pitchFamily="18" charset="0"/>
              </a:rPr>
              <a:t>Department of Computer Science &amp; Engineering</a:t>
            </a:r>
          </a:p>
          <a:p>
            <a:r>
              <a:rPr lang="en-IN" b="1" dirty="0">
                <a:latin typeface="Times New Roman" panose="02020603050405020304" pitchFamily="18" charset="0"/>
                <a:cs typeface="Times New Roman" panose="02020603050405020304" pitchFamily="18" charset="0"/>
              </a:rPr>
              <a:t>Academic Year: 2025–2026</a:t>
            </a:r>
          </a:p>
          <a:p>
            <a:r>
              <a:rPr lang="en-IN" b="1" dirty="0">
                <a:latin typeface="Times New Roman" panose="02020603050405020304" pitchFamily="18" charset="0"/>
                <a:cs typeface="Times New Roman" panose="02020603050405020304" pitchFamily="18" charset="0"/>
              </a:rPr>
              <a:t>(Batch-1)</a:t>
            </a:r>
          </a:p>
        </p:txBody>
      </p:sp>
      <p:pic>
        <p:nvPicPr>
          <p:cNvPr id="5" name="Picture 4" descr="Garividi - Admissions ...">
            <a:extLst>
              <a:ext uri="{FF2B5EF4-FFF2-40B4-BE49-F238E27FC236}">
                <a16:creationId xmlns:a16="http://schemas.microsoft.com/office/drawing/2014/main" id="{9F02F2A1-7003-3300-FD73-CCD91BB6C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1024"/>
            <a:ext cx="1333500" cy="14145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C9E789-8E2F-1A9B-4E6D-D9CFB2384C68}"/>
              </a:ext>
            </a:extLst>
          </p:cNvPr>
          <p:cNvSpPr txBox="1"/>
          <p:nvPr/>
        </p:nvSpPr>
        <p:spPr>
          <a:xfrm>
            <a:off x="1451950" y="-93983"/>
            <a:ext cx="10420351" cy="2000548"/>
          </a:xfrm>
          <a:prstGeom prst="rect">
            <a:avLst/>
          </a:prstGeom>
          <a:noFill/>
        </p:spPr>
        <p:txBody>
          <a:bodyPr wrap="square">
            <a:spAutoFit/>
          </a:bodyPr>
          <a:lstStyle/>
          <a:p>
            <a:pPr algn="just"/>
            <a:r>
              <a:rPr lang="en-US" sz="4800" dirty="0">
                <a:solidFill>
                  <a:schemeClr val="bg1"/>
                </a:solidFill>
                <a:effectLst>
                  <a:outerShdw blurRad="38100" dist="38100" dir="2700000" algn="tl">
                    <a:srgbClr val="000000">
                      <a:alpha val="43137"/>
                    </a:srgbClr>
                  </a:outerShdw>
                </a:effectLst>
                <a:latin typeface="Algerian" panose="04020705040A02060702" pitchFamily="82" charset="0"/>
              </a:rPr>
              <a:t>AVANTHI’S ST.THERESSA INSTITUTE OF ENGINEERING &amp; TECHNOLOGY,</a:t>
            </a:r>
          </a:p>
          <a:p>
            <a:pPr algn="ctr"/>
            <a:r>
              <a:rPr lang="en-US" sz="2800" dirty="0" err="1">
                <a:solidFill>
                  <a:schemeClr val="bg1"/>
                </a:solidFill>
                <a:effectLst>
                  <a:outerShdw blurRad="38100" dist="38100" dir="2700000" algn="tl">
                    <a:srgbClr val="000000">
                      <a:alpha val="43137"/>
                    </a:srgbClr>
                  </a:outerShdw>
                </a:effectLst>
                <a:latin typeface="Algerian" panose="04020705040A02060702" pitchFamily="82" charset="0"/>
              </a:rPr>
              <a:t>Garividi,vizianagaram</a:t>
            </a:r>
            <a:endParaRPr lang="en-US" sz="2800" dirty="0">
              <a:solidFill>
                <a:schemeClr val="bg1"/>
              </a:solidFill>
              <a:effectLst>
                <a:outerShdw blurRad="38100" dist="38100" dir="2700000" algn="tl">
                  <a:srgbClr val="000000">
                    <a:alpha val="43137"/>
                  </a:srgbClr>
                </a:outerShdw>
              </a:effectLst>
              <a:latin typeface="Algerian" panose="04020705040A02060702" pitchFamily="82" charset="0"/>
            </a:endParaRPr>
          </a:p>
        </p:txBody>
      </p:sp>
      <p:sp>
        <p:nvSpPr>
          <p:cNvPr id="9" name="TextBox 8">
            <a:extLst>
              <a:ext uri="{FF2B5EF4-FFF2-40B4-BE49-F238E27FC236}">
                <a16:creationId xmlns:a16="http://schemas.microsoft.com/office/drawing/2014/main" id="{BEB9497F-9B5C-196F-AC2B-67A533557A16}"/>
              </a:ext>
            </a:extLst>
          </p:cNvPr>
          <p:cNvSpPr txBox="1"/>
          <p:nvPr/>
        </p:nvSpPr>
        <p:spPr>
          <a:xfrm>
            <a:off x="123493" y="4425015"/>
            <a:ext cx="7067882" cy="2954655"/>
          </a:xfrm>
          <a:prstGeom prst="rect">
            <a:avLst/>
          </a:prstGeom>
          <a:noFill/>
        </p:spPr>
        <p:txBody>
          <a:bodyPr wrap="square" rtlCol="0">
            <a:spAutoFit/>
          </a:bodyPr>
          <a:lstStyle/>
          <a:p>
            <a:pPr algn="just"/>
            <a:r>
              <a:rPr lang="en-IN" sz="2400" b="1" u="sng" dirty="0">
                <a:solidFill>
                  <a:schemeClr val="bg1"/>
                </a:solidFill>
                <a:latin typeface="Garamond" panose="02020404030301010803" pitchFamily="18" charset="0"/>
              </a:rPr>
              <a:t>Presenting By:</a:t>
            </a:r>
          </a:p>
          <a:p>
            <a:pPr algn="just"/>
            <a:r>
              <a:rPr lang="en-IN" sz="2400" dirty="0">
                <a:solidFill>
                  <a:schemeClr val="bg1"/>
                </a:solidFill>
                <a:latin typeface="Garamond" panose="02020404030301010803" pitchFamily="18" charset="0"/>
                <a:cs typeface="Times New Roman" panose="02020603050405020304" pitchFamily="18" charset="0"/>
              </a:rPr>
              <a:t>Movva Sahitya                  (22991A0502)</a:t>
            </a:r>
          </a:p>
          <a:p>
            <a:pPr algn="just"/>
            <a:r>
              <a:rPr lang="en-IN" sz="2400" dirty="0">
                <a:solidFill>
                  <a:schemeClr val="bg1"/>
                </a:solidFill>
                <a:latin typeface="Garamond" panose="02020404030301010803" pitchFamily="18" charset="0"/>
                <a:cs typeface="Times New Roman" panose="02020603050405020304" pitchFamily="18" charset="0"/>
              </a:rPr>
              <a:t>Vana </a:t>
            </a:r>
            <a:r>
              <a:rPr lang="en-IN" sz="2400" dirty="0" err="1">
                <a:solidFill>
                  <a:schemeClr val="bg1"/>
                </a:solidFill>
                <a:latin typeface="Garamond" panose="02020404030301010803" pitchFamily="18" charset="0"/>
                <a:cs typeface="Times New Roman" panose="02020603050405020304" pitchFamily="18" charset="0"/>
              </a:rPr>
              <a:t>LeelaKrishna</a:t>
            </a:r>
            <a:r>
              <a:rPr lang="en-IN" sz="2400" dirty="0">
                <a:solidFill>
                  <a:schemeClr val="bg1"/>
                </a:solidFill>
                <a:latin typeface="Garamond" panose="02020404030301010803" pitchFamily="18" charset="0"/>
                <a:cs typeface="Times New Roman" panose="02020603050405020304" pitchFamily="18" charset="0"/>
              </a:rPr>
              <a:t>           (22991A0546)</a:t>
            </a:r>
          </a:p>
          <a:p>
            <a:pPr algn="just"/>
            <a:r>
              <a:rPr lang="en-IN" sz="2400" dirty="0">
                <a:solidFill>
                  <a:schemeClr val="bg1"/>
                </a:solidFill>
                <a:latin typeface="Garamond" panose="02020404030301010803" pitchFamily="18" charset="0"/>
                <a:cs typeface="Times New Roman" panose="02020603050405020304" pitchFamily="18" charset="0"/>
              </a:rPr>
              <a:t>Karri Chandini                  (22991A0555)</a:t>
            </a:r>
          </a:p>
          <a:p>
            <a:pPr algn="just"/>
            <a:r>
              <a:rPr lang="en-IN" sz="2400" dirty="0" err="1">
                <a:solidFill>
                  <a:schemeClr val="bg1"/>
                </a:solidFill>
                <a:latin typeface="Garamond" panose="02020404030301010803" pitchFamily="18" charset="0"/>
                <a:cs typeface="Times New Roman" panose="02020603050405020304" pitchFamily="18" charset="0"/>
              </a:rPr>
              <a:t>Kadagala</a:t>
            </a:r>
            <a:r>
              <a:rPr lang="en-IN" sz="2400" dirty="0">
                <a:solidFill>
                  <a:schemeClr val="bg1"/>
                </a:solidFill>
                <a:latin typeface="Garamond" panose="02020404030301010803" pitchFamily="18" charset="0"/>
                <a:cs typeface="Times New Roman" panose="02020603050405020304" pitchFamily="18" charset="0"/>
              </a:rPr>
              <a:t> Mohini              (22991A0570)</a:t>
            </a:r>
          </a:p>
          <a:p>
            <a:r>
              <a:rPr lang="en-IN" sz="2400" dirty="0" err="1">
                <a:solidFill>
                  <a:schemeClr val="bg1"/>
                </a:solidFill>
                <a:latin typeface="Garamond" panose="02020404030301010803" pitchFamily="18" charset="0"/>
                <a:cs typeface="Times New Roman" panose="02020603050405020304" pitchFamily="18" charset="0"/>
              </a:rPr>
              <a:t>Kimidi</a:t>
            </a:r>
            <a:r>
              <a:rPr lang="en-IN" sz="2400" dirty="0">
                <a:solidFill>
                  <a:schemeClr val="bg1"/>
                </a:solidFill>
                <a:latin typeface="Garamond" panose="02020404030301010803" pitchFamily="18" charset="0"/>
                <a:cs typeface="Times New Roman" panose="02020603050405020304" pitchFamily="18" charset="0"/>
              </a:rPr>
              <a:t> Venkataramana     (23995A0503)</a:t>
            </a:r>
          </a:p>
          <a:p>
            <a:pPr algn="just"/>
            <a:endParaRPr lang="en-IN" sz="2400" dirty="0">
              <a:solidFill>
                <a:schemeClr val="bg1"/>
              </a:solidFill>
              <a:latin typeface="Garamond" panose="02020404030301010803" pitchFamily="18" charset="0"/>
            </a:endParaRPr>
          </a:p>
          <a:p>
            <a:pPr algn="just"/>
            <a:endParaRPr lang="en-IN" sz="1800" b="1" dirty="0">
              <a:solidFill>
                <a:schemeClr val="bg1"/>
              </a:solidFill>
              <a:latin typeface="Garamond" panose="02020404030301010803" pitchFamily="18" charset="0"/>
            </a:endParaRPr>
          </a:p>
        </p:txBody>
      </p:sp>
      <p:sp>
        <p:nvSpPr>
          <p:cNvPr id="10" name="TextBox 9">
            <a:extLst>
              <a:ext uri="{FF2B5EF4-FFF2-40B4-BE49-F238E27FC236}">
                <a16:creationId xmlns:a16="http://schemas.microsoft.com/office/drawing/2014/main" id="{C286680E-EBA9-EDEE-451F-34FE1F7895CC}"/>
              </a:ext>
            </a:extLst>
          </p:cNvPr>
          <p:cNvSpPr txBox="1"/>
          <p:nvPr/>
        </p:nvSpPr>
        <p:spPr>
          <a:xfrm>
            <a:off x="7781423" y="4522000"/>
            <a:ext cx="2913077" cy="1231106"/>
          </a:xfrm>
          <a:prstGeom prst="rect">
            <a:avLst/>
          </a:prstGeom>
          <a:noFill/>
        </p:spPr>
        <p:txBody>
          <a:bodyPr wrap="square" rtlCol="0">
            <a:spAutoFit/>
          </a:bodyPr>
          <a:lstStyle/>
          <a:p>
            <a:r>
              <a:rPr lang="en-IN" sz="2000" b="1" u="sng" dirty="0">
                <a:solidFill>
                  <a:schemeClr val="bg1"/>
                </a:solidFill>
              </a:rPr>
              <a:t>Guided By:</a:t>
            </a:r>
          </a:p>
          <a:p>
            <a:r>
              <a:rPr lang="en-IN" sz="2000" dirty="0" err="1">
                <a:solidFill>
                  <a:schemeClr val="bg1"/>
                </a:solidFill>
                <a:latin typeface="Times New Roman" panose="02020603050405020304" pitchFamily="18" charset="0"/>
                <a:cs typeface="Times New Roman" panose="02020603050405020304" pitchFamily="18" charset="0"/>
              </a:rPr>
              <a:t>Ms.S.Srilekha</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Assistant Professor CSE</a:t>
            </a:r>
          </a:p>
          <a:p>
            <a:endParaRPr lang="en-IN" dirty="0">
              <a:solidFill>
                <a:schemeClr val="bg1"/>
              </a:solidFill>
            </a:endParaRPr>
          </a:p>
        </p:txBody>
      </p:sp>
    </p:spTree>
    <p:extLst>
      <p:ext uri="{BB962C8B-B14F-4D97-AF65-F5344CB8AC3E}">
        <p14:creationId xmlns:p14="http://schemas.microsoft.com/office/powerpoint/2010/main" val="1194998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956E7AEF-DF2A-F20F-8707-721AAE390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332C35-9456-4AD5-9EC0-BE2B30480FCE}"/>
              </a:ext>
            </a:extLst>
          </p:cNvPr>
          <p:cNvSpPr>
            <a:spLocks noGrp="1"/>
          </p:cNvSpPr>
          <p:nvPr>
            <p:ph type="ctrTitle"/>
          </p:nvPr>
        </p:nvSpPr>
        <p:spPr>
          <a:xfrm>
            <a:off x="2017954" y="693132"/>
            <a:ext cx="7984400" cy="897039"/>
          </a:xfrm>
        </p:spPr>
        <p:txBody>
          <a:bodyPr/>
          <a:lstStyle/>
          <a:p>
            <a:r>
              <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CONTENTS </a:t>
            </a:r>
          </a:p>
        </p:txBody>
      </p:sp>
      <p:sp>
        <p:nvSpPr>
          <p:cNvPr id="3" name="Subtitle 2">
            <a:extLst>
              <a:ext uri="{FF2B5EF4-FFF2-40B4-BE49-F238E27FC236}">
                <a16:creationId xmlns:a16="http://schemas.microsoft.com/office/drawing/2014/main" id="{A175389C-5F87-2DA0-142B-BC9848ABD4CC}"/>
              </a:ext>
            </a:extLst>
          </p:cNvPr>
          <p:cNvSpPr>
            <a:spLocks noGrp="1"/>
          </p:cNvSpPr>
          <p:nvPr>
            <p:ph type="subTitle" idx="1"/>
          </p:nvPr>
        </p:nvSpPr>
        <p:spPr>
          <a:xfrm>
            <a:off x="1171576" y="1946358"/>
            <a:ext cx="10634602" cy="4530642"/>
          </a:xfrm>
        </p:spPr>
        <p:txBody>
          <a:bodyPr>
            <a:normAutofit/>
          </a:bodyPr>
          <a:lstStyle/>
          <a:p>
            <a:pPr algn="l"/>
            <a:endParaRPr lang="en" dirty="0"/>
          </a:p>
          <a:p>
            <a:endParaRPr lang="en-IN" dirty="0"/>
          </a:p>
        </p:txBody>
      </p:sp>
      <p:sp>
        <p:nvSpPr>
          <p:cNvPr id="8" name="Rectangle 4">
            <a:extLst>
              <a:ext uri="{FF2B5EF4-FFF2-40B4-BE49-F238E27FC236}">
                <a16:creationId xmlns:a16="http://schemas.microsoft.com/office/drawing/2014/main" id="{6A5C1BDD-9F74-1686-0927-9436BD974C39}"/>
              </a:ext>
            </a:extLst>
          </p:cNvPr>
          <p:cNvSpPr>
            <a:spLocks noChangeArrowheads="1"/>
          </p:cNvSpPr>
          <p:nvPr/>
        </p:nvSpPr>
        <p:spPr bwMode="auto">
          <a:xfrm>
            <a:off x="1442979" y="1774837"/>
            <a:ext cx="847254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Abstract</a:t>
            </a:r>
            <a:endParaRPr lang="en-US" altLang="en-US" sz="2400" dirty="0">
              <a:solidFill>
                <a:schemeClr val="bg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Introduction</a:t>
            </a:r>
            <a:endParaRPr lang="en-US" altLang="en-US" sz="2400" dirty="0">
              <a:solidFill>
                <a:schemeClr val="bg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Literature Review</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Existing System</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Proposed System</a:t>
            </a:r>
            <a:endParaRPr lang="en-US" altLang="en-US" sz="2400" dirty="0">
              <a:solidFill>
                <a:schemeClr val="bg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Problem Statement</a:t>
            </a:r>
            <a:endParaRPr lang="en-US" altLang="en-US" sz="2400" dirty="0">
              <a:solidFill>
                <a:schemeClr val="bg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Methodology</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Results &amp; Discussion</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Conclusion</a:t>
            </a:r>
          </a:p>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References</a:t>
            </a:r>
          </a:p>
        </p:txBody>
      </p:sp>
    </p:spTree>
    <p:extLst>
      <p:ext uri="{BB962C8B-B14F-4D97-AF65-F5344CB8AC3E}">
        <p14:creationId xmlns:p14="http://schemas.microsoft.com/office/powerpoint/2010/main" val="4236000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Ai Background Images – Browse 14,849,126 Stock Photos, Vectors, and Video |  Adobe Stock">
            <a:extLst>
              <a:ext uri="{FF2B5EF4-FFF2-40B4-BE49-F238E27FC236}">
                <a16:creationId xmlns:a16="http://schemas.microsoft.com/office/drawing/2014/main" id="{A13C757A-3334-0221-108C-E33DE23A6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FED72ED-2CE2-5087-7CCC-C401A18AAEE9}"/>
              </a:ext>
            </a:extLst>
          </p:cNvPr>
          <p:cNvSpPr>
            <a:spLocks noGrp="1"/>
          </p:cNvSpPr>
          <p:nvPr>
            <p:ph type="ctrTitle"/>
          </p:nvPr>
        </p:nvSpPr>
        <p:spPr>
          <a:xfrm>
            <a:off x="2207972" y="1041621"/>
            <a:ext cx="7984400" cy="755828"/>
          </a:xfrm>
        </p:spPr>
        <p:txBody>
          <a:bodyPr/>
          <a:lstStyle/>
          <a:p>
            <a:r>
              <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F9449A-9249-F550-5DCA-A4F28EB06F92}"/>
              </a:ext>
            </a:extLst>
          </p:cNvPr>
          <p:cNvSpPr>
            <a:spLocks noGrp="1"/>
          </p:cNvSpPr>
          <p:nvPr>
            <p:ph type="subTitle" idx="1"/>
          </p:nvPr>
        </p:nvSpPr>
        <p:spPr>
          <a:xfrm>
            <a:off x="372319" y="2259257"/>
            <a:ext cx="11447362" cy="3496274"/>
          </a:xfrm>
        </p:spPr>
        <p:txBody>
          <a:bodyPr>
            <a:normAutofit/>
          </a:bodyPr>
          <a:lstStyle/>
          <a:p>
            <a:pPr marL="158750" indent="0" algn="just"/>
            <a:r>
              <a:rPr lang="en-US" sz="2400" dirty="0">
                <a:latin typeface="Cambria Math" panose="02040503050406030204" pitchFamily="18" charset="0"/>
                <a:ea typeface="Cambria Math" panose="02040503050406030204" pitchFamily="18" charset="0"/>
              </a:rPr>
              <a:t>Environmental sustainability has become a major global concern due to climate change, environmental degradation, and resource </a:t>
            </a:r>
            <a:r>
              <a:rPr lang="en-US" sz="2400" dirty="0" err="1">
                <a:latin typeface="Cambria Math" panose="02040503050406030204" pitchFamily="18" charset="0"/>
                <a:ea typeface="Cambria Math" panose="02040503050406030204" pitchFamily="18" charset="0"/>
              </a:rPr>
              <a:t>depletion.As</a:t>
            </a:r>
            <a:r>
              <a:rPr lang="en-US" sz="2400" dirty="0">
                <a:latin typeface="Cambria Math" panose="02040503050406030204" pitchFamily="18" charset="0"/>
                <a:ea typeface="Cambria Math" panose="02040503050406030204" pitchFamily="18" charset="0"/>
              </a:rPr>
              <a:t> consumer awareness increases, organizations frequently use terms such as </a:t>
            </a:r>
            <a:r>
              <a:rPr lang="en-US" sz="2400" i="1" dirty="0">
                <a:latin typeface="Cambria Math" panose="02040503050406030204" pitchFamily="18" charset="0"/>
                <a:ea typeface="Cambria Math" panose="02040503050406030204" pitchFamily="18" charset="0"/>
              </a:rPr>
              <a:t>eco-friendly</a:t>
            </a:r>
            <a:r>
              <a:rPr lang="en-US" sz="2400" dirty="0">
                <a:latin typeface="Cambria Math" panose="02040503050406030204" pitchFamily="18" charset="0"/>
                <a:ea typeface="Cambria Math" panose="02040503050406030204" pitchFamily="18" charset="0"/>
              </a:rPr>
              <a:t>, </a:t>
            </a:r>
            <a:r>
              <a:rPr lang="en-US" sz="2400" i="1" dirty="0">
                <a:latin typeface="Cambria Math" panose="02040503050406030204" pitchFamily="18" charset="0"/>
                <a:ea typeface="Cambria Math" panose="02040503050406030204" pitchFamily="18" charset="0"/>
              </a:rPr>
              <a:t>green</a:t>
            </a:r>
            <a:r>
              <a:rPr lang="en-US" sz="2400" dirty="0">
                <a:latin typeface="Cambria Math" panose="02040503050406030204" pitchFamily="18" charset="0"/>
                <a:ea typeface="Cambria Math" panose="02040503050406030204" pitchFamily="18" charset="0"/>
              </a:rPr>
              <a:t>, and </a:t>
            </a:r>
            <a:r>
              <a:rPr lang="en-US" sz="2400" i="1" dirty="0">
                <a:latin typeface="Cambria Math" panose="02040503050406030204" pitchFamily="18" charset="0"/>
                <a:ea typeface="Cambria Math" panose="02040503050406030204" pitchFamily="18" charset="0"/>
              </a:rPr>
              <a:t>sustainable</a:t>
            </a:r>
            <a:r>
              <a:rPr lang="en-US" sz="2400" dirty="0">
                <a:latin typeface="Cambria Math" panose="02040503050406030204" pitchFamily="18" charset="0"/>
                <a:ea typeface="Cambria Math" panose="02040503050406030204" pitchFamily="18" charset="0"/>
              </a:rPr>
              <a:t> in marketing their products and services.</a:t>
            </a:r>
          </a:p>
          <a:p>
            <a:pPr marL="158750" indent="0" algn="just"/>
            <a:endParaRPr lang="en-US" sz="2400" dirty="0">
              <a:latin typeface="Cambria Math" panose="02040503050406030204" pitchFamily="18" charset="0"/>
              <a:ea typeface="Cambria Math" panose="02040503050406030204" pitchFamily="18" charset="0"/>
            </a:endParaRPr>
          </a:p>
          <a:p>
            <a:pPr marL="158750" indent="0" algn="just"/>
            <a:r>
              <a:rPr lang="en-US" sz="2400" dirty="0">
                <a:latin typeface="Cambria Math" panose="02040503050406030204" pitchFamily="18" charset="0"/>
                <a:ea typeface="Cambria Math" panose="02040503050406030204" pitchFamily="18" charset="0"/>
              </a:rPr>
              <a:t>However, many of these claims are vague, exaggerated, or lack factual support. This misleading practice, known as Greenwashing, creates confusion among consumers and reduces trust in genuine sustainability initiatives.</a:t>
            </a:r>
          </a:p>
          <a:p>
            <a:endParaRPr lang="en-IN" dirty="0"/>
          </a:p>
        </p:txBody>
      </p:sp>
    </p:spTree>
    <p:extLst>
      <p:ext uri="{BB962C8B-B14F-4D97-AF65-F5344CB8AC3E}">
        <p14:creationId xmlns:p14="http://schemas.microsoft.com/office/powerpoint/2010/main" val="1984829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09C705E5-EBFB-C55C-2E8C-CDB7CAD99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1D82810C-D085-3880-3B2A-60F9657BEC10}"/>
              </a:ext>
            </a:extLst>
          </p:cNvPr>
          <p:cNvSpPr>
            <a:spLocks noGrp="1"/>
          </p:cNvSpPr>
          <p:nvPr>
            <p:ph type="subTitle" idx="1"/>
          </p:nvPr>
        </p:nvSpPr>
        <p:spPr>
          <a:xfrm>
            <a:off x="347241" y="1809751"/>
            <a:ext cx="10845478" cy="3945780"/>
          </a:xfrm>
        </p:spPr>
        <p:txBody>
          <a:bodyPr>
            <a:normAutofit/>
          </a:bodyPr>
          <a:lstStyle/>
          <a:p>
            <a:pPr algn="just"/>
            <a:r>
              <a:rPr lang="en-US" sz="2350" dirty="0">
                <a:latin typeface="Cambria Math" panose="02040503050406030204" pitchFamily="18" charset="0"/>
                <a:ea typeface="Cambria Math" panose="02040503050406030204" pitchFamily="18" charset="0"/>
              </a:rPr>
              <a:t>This project proposes </a:t>
            </a:r>
            <a:r>
              <a:rPr lang="en-US" sz="2350" dirty="0" err="1">
                <a:latin typeface="Cambria Math" panose="02040503050406030204" pitchFamily="18" charset="0"/>
                <a:ea typeface="Cambria Math" panose="02040503050406030204" pitchFamily="18" charset="0"/>
              </a:rPr>
              <a:t>EcoLens</a:t>
            </a:r>
            <a:r>
              <a:rPr lang="en-US" sz="2350" dirty="0">
                <a:latin typeface="Cambria Math" panose="02040503050406030204" pitchFamily="18" charset="0"/>
                <a:ea typeface="Cambria Math" panose="02040503050406030204" pitchFamily="18" charset="0"/>
              </a:rPr>
              <a:t>, an AI-based system that analyzes sustainability</a:t>
            </a:r>
          </a:p>
          <a:p>
            <a:pPr algn="just"/>
            <a:r>
              <a:rPr lang="en-US" sz="2350" dirty="0">
                <a:latin typeface="Cambria Math" panose="02040503050406030204" pitchFamily="18" charset="0"/>
                <a:ea typeface="Cambria Math" panose="02040503050406030204" pitchFamily="18" charset="0"/>
              </a:rPr>
              <a:t>related claims in product descriptions and advertisements using Natural Language</a:t>
            </a:r>
          </a:p>
          <a:p>
            <a:pPr algn="just"/>
            <a:r>
              <a:rPr lang="en-US" sz="2350" dirty="0">
                <a:latin typeface="Cambria Math" panose="02040503050406030204" pitchFamily="18" charset="0"/>
                <a:ea typeface="Cambria Math" panose="02040503050406030204" pitchFamily="18" charset="0"/>
              </a:rPr>
              <a:t>Processing and machine learning techniques. The system evaluates linguistic</a:t>
            </a:r>
          </a:p>
          <a:p>
            <a:pPr algn="just"/>
            <a:r>
              <a:rPr lang="en-US" sz="2350" dirty="0">
                <a:latin typeface="Cambria Math" panose="02040503050406030204" pitchFamily="18" charset="0"/>
                <a:ea typeface="Cambria Math" panose="02040503050406030204" pitchFamily="18" charset="0"/>
              </a:rPr>
              <a:t>patterns to identify potential greenwashing practices.</a:t>
            </a:r>
          </a:p>
          <a:p>
            <a:pPr algn="just"/>
            <a:endParaRPr lang="en-US" sz="2350" dirty="0">
              <a:latin typeface="Cambria Math" panose="02040503050406030204" pitchFamily="18" charset="0"/>
              <a:ea typeface="Cambria Math" panose="02040503050406030204" pitchFamily="18" charset="0"/>
            </a:endParaRPr>
          </a:p>
          <a:p>
            <a:pPr algn="just"/>
            <a:r>
              <a:rPr lang="en-US" sz="2350" dirty="0">
                <a:latin typeface="Cambria Math" panose="02040503050406030204" pitchFamily="18" charset="0"/>
                <a:ea typeface="Cambria Math" panose="02040503050406030204" pitchFamily="18" charset="0"/>
              </a:rPr>
              <a:t>In addition to detection, </a:t>
            </a:r>
            <a:r>
              <a:rPr lang="en-US" sz="2350" dirty="0" err="1">
                <a:latin typeface="Cambria Math" panose="02040503050406030204" pitchFamily="18" charset="0"/>
                <a:ea typeface="Cambria Math" panose="02040503050406030204" pitchFamily="18" charset="0"/>
              </a:rPr>
              <a:t>EcoLens</a:t>
            </a:r>
            <a:r>
              <a:rPr lang="en-US" sz="2350" dirty="0">
                <a:latin typeface="Cambria Math" panose="02040503050406030204" pitchFamily="18" charset="0"/>
                <a:ea typeface="Cambria Math" panose="02040503050406030204" pitchFamily="18" charset="0"/>
              </a:rPr>
              <a:t> generates a credibility score, suggests general</a:t>
            </a:r>
          </a:p>
          <a:p>
            <a:pPr algn="just"/>
            <a:r>
              <a:rPr lang="en-US" sz="2350" dirty="0">
                <a:latin typeface="Cambria Math" panose="02040503050406030204" pitchFamily="18" charset="0"/>
                <a:ea typeface="Cambria Math" panose="02040503050406030204" pitchFamily="18" charset="0"/>
              </a:rPr>
              <a:t>eco-friendly alternatives, and provides waste awareness and disposal guidance to</a:t>
            </a:r>
          </a:p>
          <a:p>
            <a:pPr algn="just"/>
            <a:r>
              <a:rPr lang="en-US" sz="2350" dirty="0">
                <a:latin typeface="Cambria Math" panose="02040503050406030204" pitchFamily="18" charset="0"/>
                <a:ea typeface="Cambria Math" panose="02040503050406030204" pitchFamily="18" charset="0"/>
              </a:rPr>
              <a:t>support responsible and informed consumer behavior.</a:t>
            </a:r>
          </a:p>
          <a:p>
            <a:pPr algn="just"/>
            <a:br>
              <a:rPr lang="en-IN" sz="2350" dirty="0">
                <a:latin typeface="Cambria Math" panose="02040503050406030204" pitchFamily="18" charset="0"/>
                <a:ea typeface="Cambria Math" panose="02040503050406030204" pitchFamily="18" charset="0"/>
              </a:rPr>
            </a:br>
            <a:endParaRPr lang="en-IN" sz="2350" dirty="0">
              <a:latin typeface="Cambria Math" panose="02040503050406030204" pitchFamily="18" charset="0"/>
              <a:ea typeface="Cambria Math" panose="02040503050406030204" pitchFamily="18" charset="0"/>
            </a:endParaRPr>
          </a:p>
          <a:p>
            <a:endParaRPr lang="en-IN" sz="2350" dirty="0"/>
          </a:p>
        </p:txBody>
      </p:sp>
    </p:spTree>
    <p:extLst>
      <p:ext uri="{BB962C8B-B14F-4D97-AF65-F5344CB8AC3E}">
        <p14:creationId xmlns:p14="http://schemas.microsoft.com/office/powerpoint/2010/main" val="55158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0DDE3555-1E43-E426-4020-5A4917977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778F593-E430-A1BB-D91E-6EBD6C4AC1CD}"/>
              </a:ext>
            </a:extLst>
          </p:cNvPr>
          <p:cNvSpPr>
            <a:spLocks noGrp="1"/>
          </p:cNvSpPr>
          <p:nvPr>
            <p:ph type="ctrTitle"/>
          </p:nvPr>
        </p:nvSpPr>
        <p:spPr>
          <a:xfrm>
            <a:off x="1873702" y="721936"/>
            <a:ext cx="8444595" cy="898085"/>
          </a:xfrm>
        </p:spPr>
        <p:txBody>
          <a:bodyPr/>
          <a:lstStyle/>
          <a:p>
            <a:r>
              <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6A5BB43-2D79-A7D3-A55A-32841C346AB9}"/>
              </a:ext>
            </a:extLst>
          </p:cNvPr>
          <p:cNvSpPr>
            <a:spLocks noGrp="1"/>
          </p:cNvSpPr>
          <p:nvPr>
            <p:ph type="subTitle" idx="1"/>
          </p:nvPr>
        </p:nvSpPr>
        <p:spPr>
          <a:xfrm>
            <a:off x="185195" y="1924051"/>
            <a:ext cx="11482085" cy="3967464"/>
          </a:xfrm>
        </p:spPr>
        <p:txBody>
          <a:bodyPr>
            <a:normAutofit fontScale="92500"/>
          </a:bodyPr>
          <a:lstStyle/>
          <a:p>
            <a:pPr marL="158750" indent="0" algn="just">
              <a:buClr>
                <a:schemeClr val="bg1"/>
              </a:buClr>
            </a:pPr>
            <a:endParaRPr lang="en-IN" sz="2350" dirty="0">
              <a:latin typeface="Cambria Math" panose="02040503050406030204" pitchFamily="18" charset="0"/>
              <a:ea typeface="Cambria Math" panose="02040503050406030204" pitchFamily="18" charset="0"/>
            </a:endParaRPr>
          </a:p>
          <a:p>
            <a:pPr marL="501650" indent="-342900" algn="just">
              <a:buClr>
                <a:schemeClr val="bg1"/>
              </a:buClr>
              <a:buFont typeface="Wingdings" panose="05000000000000000000" pitchFamily="2" charset="2"/>
              <a:buChar char="v"/>
            </a:pPr>
            <a:r>
              <a:rPr lang="en-IN" sz="2350" dirty="0">
                <a:latin typeface="Cambria Math" panose="02040503050406030204" pitchFamily="18" charset="0"/>
                <a:ea typeface="Cambria Math" panose="02040503050406030204" pitchFamily="18" charset="0"/>
              </a:rPr>
              <a:t>Greenwashing has emerged as a significant challenge in sustainability communication.</a:t>
            </a:r>
          </a:p>
          <a:p>
            <a:pPr marL="501650" indent="-342900" algn="just">
              <a:buClr>
                <a:schemeClr val="bg1"/>
              </a:buClr>
              <a:buFont typeface="Wingdings" panose="05000000000000000000" pitchFamily="2" charset="2"/>
              <a:buChar char="v"/>
            </a:pPr>
            <a:r>
              <a:rPr lang="en-IN" sz="2350" dirty="0">
                <a:latin typeface="Cambria Math" panose="02040503050406030204" pitchFamily="18" charset="0"/>
                <a:ea typeface="Cambria Math" panose="02040503050406030204" pitchFamily="18" charset="0"/>
              </a:rPr>
              <a:t>Due to the absence of standardized definitions for environmental terms, consumers often rely on marketing language rather than verified information.</a:t>
            </a:r>
          </a:p>
          <a:p>
            <a:pPr marL="501650" indent="-342900" algn="just">
              <a:buClr>
                <a:schemeClr val="bg1"/>
              </a:buClr>
              <a:buFont typeface="Wingdings" panose="05000000000000000000" pitchFamily="2" charset="2"/>
              <a:buChar char="v"/>
            </a:pPr>
            <a:r>
              <a:rPr lang="en-IN" sz="2350" dirty="0">
                <a:latin typeface="Cambria Math" panose="02040503050406030204" pitchFamily="18" charset="0"/>
                <a:ea typeface="Cambria Math" panose="02040503050406030204" pitchFamily="18" charset="0"/>
              </a:rPr>
              <a:t>But many of these claims are not </a:t>
            </a:r>
            <a:r>
              <a:rPr lang="en-IN" sz="2350" dirty="0" err="1">
                <a:latin typeface="Cambria Math" panose="02040503050406030204" pitchFamily="18" charset="0"/>
                <a:ea typeface="Cambria Math" panose="02040503050406030204" pitchFamily="18" charset="0"/>
              </a:rPr>
              <a:t>true.They</a:t>
            </a:r>
            <a:r>
              <a:rPr lang="en-IN" sz="2350" dirty="0">
                <a:latin typeface="Cambria Math" panose="02040503050406030204" pitchFamily="18" charset="0"/>
                <a:ea typeface="Cambria Math" panose="02040503050406030204" pitchFamily="18" charset="0"/>
              </a:rPr>
              <a:t> are often used only for marketing ,not based on the real proof.</a:t>
            </a:r>
          </a:p>
          <a:p>
            <a:pPr marL="501650" indent="-342900" algn="just">
              <a:buClr>
                <a:schemeClr val="bg1"/>
              </a:buClr>
              <a:buFont typeface="Wingdings" panose="05000000000000000000" pitchFamily="2" charset="2"/>
              <a:buChar char="v"/>
            </a:pPr>
            <a:r>
              <a:rPr lang="en-IN" sz="2350" dirty="0">
                <a:latin typeface="Cambria Math" panose="02040503050406030204" pitchFamily="18" charset="0"/>
                <a:ea typeface="Cambria Math" panose="02040503050406030204" pitchFamily="18" charset="0"/>
              </a:rPr>
              <a:t>Manual verification of sustainability claims is impractical due to the large volume of online content. </a:t>
            </a:r>
          </a:p>
          <a:p>
            <a:pPr marL="501650" indent="-342900" algn="just">
              <a:buClr>
                <a:schemeClr val="bg1"/>
              </a:buClr>
              <a:buFont typeface="Wingdings" panose="05000000000000000000" pitchFamily="2" charset="2"/>
              <a:buChar char="v"/>
            </a:pPr>
            <a:r>
              <a:rPr lang="en-IN" sz="2350" dirty="0">
                <a:latin typeface="Cambria Math" panose="02040503050406030204" pitchFamily="18" charset="0"/>
                <a:ea typeface="Cambria Math" panose="02040503050406030204" pitchFamily="18" charset="0"/>
              </a:rPr>
              <a:t>Therefore, there is a need for an automated, analytical system that can assist consumers in understanding the credibility of environmental claims using artificial intelligence.</a:t>
            </a:r>
          </a:p>
          <a:p>
            <a:endParaRPr lang="en-IN" dirty="0"/>
          </a:p>
        </p:txBody>
      </p:sp>
    </p:spTree>
    <p:extLst>
      <p:ext uri="{BB962C8B-B14F-4D97-AF65-F5344CB8AC3E}">
        <p14:creationId xmlns:p14="http://schemas.microsoft.com/office/powerpoint/2010/main" val="3487400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i Background Images – Browse 14,849,126 Stock Photos, Vectors, and Video |  Adobe Stock">
            <a:extLst>
              <a:ext uri="{FF2B5EF4-FFF2-40B4-BE49-F238E27FC236}">
                <a16:creationId xmlns:a16="http://schemas.microsoft.com/office/drawing/2014/main" id="{72C07F5E-8C7B-4EEE-2660-5CD526734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0">
            <a:extLst>
              <a:ext uri="{FF2B5EF4-FFF2-40B4-BE49-F238E27FC236}">
                <a16:creationId xmlns:a16="http://schemas.microsoft.com/office/drawing/2014/main" id="{329E136A-79F2-0097-A281-D66C5D3414FF}"/>
              </a:ext>
            </a:extLst>
          </p:cNvPr>
          <p:cNvSpPr>
            <a:spLocks noGrp="1"/>
          </p:cNvSpPr>
          <p:nvPr>
            <p:ph type="ctrTitle"/>
          </p:nvPr>
        </p:nvSpPr>
        <p:spPr>
          <a:xfrm>
            <a:off x="2438279" y="278779"/>
            <a:ext cx="7984400" cy="892200"/>
          </a:xfrm>
        </p:spPr>
        <p:txBody>
          <a:bodyPr/>
          <a:lstStyle/>
          <a:p>
            <a:r>
              <a:rPr lang="en-IN" sz="4000" b="1" dirty="0">
                <a:latin typeface="Times New Roman" panose="02020603050405020304" pitchFamily="18" charset="0"/>
                <a:cs typeface="Times New Roman" panose="02020603050405020304" pitchFamily="18" charset="0"/>
              </a:rPr>
              <a:t>LITERATURE REVIEW</a:t>
            </a:r>
            <a:endParaRPr lang="en-IN" sz="4000" dirty="0">
              <a:latin typeface="Times New Roman" panose="02020603050405020304" pitchFamily="18" charset="0"/>
              <a:cs typeface="Times New Roman" panose="02020603050405020304" pitchFamily="18" charset="0"/>
            </a:endParaRPr>
          </a:p>
        </p:txBody>
      </p:sp>
      <p:sp>
        <p:nvSpPr>
          <p:cNvPr id="12" name="Subtitle 11">
            <a:extLst>
              <a:ext uri="{FF2B5EF4-FFF2-40B4-BE49-F238E27FC236}">
                <a16:creationId xmlns:a16="http://schemas.microsoft.com/office/drawing/2014/main" id="{B4E0D8F9-B4F2-A616-27A7-6A423DB15619}"/>
              </a:ext>
            </a:extLst>
          </p:cNvPr>
          <p:cNvSpPr>
            <a:spLocks noGrp="1"/>
          </p:cNvSpPr>
          <p:nvPr>
            <p:ph type="subTitle" idx="1"/>
          </p:nvPr>
        </p:nvSpPr>
        <p:spPr>
          <a:xfrm>
            <a:off x="659756" y="1352550"/>
            <a:ext cx="11030674" cy="4752975"/>
          </a:xfrm>
        </p:spPr>
        <p:txBody>
          <a:bodyPr>
            <a:normAutofit fontScale="92500"/>
          </a:bodyPr>
          <a:lstStyle/>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Greenwashing refers to misleading environmental claims used for reputational advantage [1]</a:t>
            </a:r>
          </a:p>
          <a:p>
            <a:pPr marL="501650" indent="-342900" algn="l">
              <a:buClr>
                <a:schemeClr val="bg1"/>
              </a:buClr>
              <a:buFont typeface="Wingdings" panose="05000000000000000000" pitchFamily="2" charset="2"/>
              <a:buChar char="v"/>
            </a:pPr>
            <a:endParaRPr lang="en-US" sz="2400" dirty="0">
              <a:latin typeface="Cambria Math" panose="02040503050406030204" pitchFamily="18" charset="0"/>
              <a:ea typeface="Cambria Math" panose="02040503050406030204" pitchFamily="18" charset="0"/>
              <a:cs typeface="Times New Roman" panose="02020603050405020304" pitchFamily="18" charset="0"/>
            </a:endParaRPr>
          </a:p>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Companies often use vague terms instead of verifiable data [2]</a:t>
            </a:r>
          </a:p>
          <a:p>
            <a:pPr marL="501650" indent="-342900" algn="l">
              <a:buClr>
                <a:schemeClr val="bg1"/>
              </a:buClr>
              <a:buFont typeface="Wingdings" panose="05000000000000000000" pitchFamily="2" charset="2"/>
              <a:buChar char="v"/>
            </a:pPr>
            <a:endParaRPr lang="en-US" sz="2400" dirty="0">
              <a:latin typeface="Cambria Math" panose="02040503050406030204" pitchFamily="18" charset="0"/>
              <a:ea typeface="Cambria Math" panose="02040503050406030204" pitchFamily="18" charset="0"/>
              <a:cs typeface="Times New Roman" panose="02020603050405020304" pitchFamily="18" charset="0"/>
            </a:endParaRPr>
          </a:p>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Lack of standardized definitions allows misuse of sustainability language [3]</a:t>
            </a:r>
          </a:p>
          <a:p>
            <a:pPr marL="501650" indent="-342900" algn="l">
              <a:buClr>
                <a:schemeClr val="bg1"/>
              </a:buClr>
              <a:buFont typeface="Wingdings" panose="05000000000000000000" pitchFamily="2" charset="2"/>
              <a:buChar char="v"/>
            </a:pPr>
            <a:endParaRPr lang="en-US" sz="2400" dirty="0">
              <a:latin typeface="Cambria Math" panose="02040503050406030204" pitchFamily="18" charset="0"/>
              <a:ea typeface="Cambria Math" panose="02040503050406030204" pitchFamily="18" charset="0"/>
              <a:cs typeface="Times New Roman" panose="02020603050405020304" pitchFamily="18" charset="0"/>
            </a:endParaRPr>
          </a:p>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Regulatory bodies emphasize the need for substantiated claims, but enforcement is limited [4]</a:t>
            </a:r>
          </a:p>
          <a:p>
            <a:pPr marL="501650" indent="-342900" algn="l">
              <a:buClr>
                <a:schemeClr val="bg1"/>
              </a:buClr>
              <a:buFont typeface="Wingdings" panose="05000000000000000000" pitchFamily="2" charset="2"/>
              <a:buChar char="v"/>
            </a:pPr>
            <a:endParaRPr lang="en-US" sz="2400" dirty="0">
              <a:latin typeface="Cambria Math" panose="02040503050406030204" pitchFamily="18" charset="0"/>
              <a:ea typeface="Cambria Math" panose="02040503050406030204" pitchFamily="18" charset="0"/>
              <a:cs typeface="Times New Roman" panose="02020603050405020304" pitchFamily="18" charset="0"/>
            </a:endParaRPr>
          </a:p>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NLP techniques are effective in analyzing contextual meaning in sustainability text [5]</a:t>
            </a:r>
          </a:p>
          <a:p>
            <a:pPr marL="501650" indent="-342900" algn="l">
              <a:buClr>
                <a:schemeClr val="bg1"/>
              </a:buClr>
              <a:buFont typeface="Wingdings" panose="05000000000000000000" pitchFamily="2" charset="2"/>
              <a:buChar char="v"/>
            </a:pPr>
            <a:endParaRPr lang="en-US" sz="2400" dirty="0">
              <a:latin typeface="Cambria Math" panose="02040503050406030204" pitchFamily="18" charset="0"/>
              <a:ea typeface="Cambria Math" panose="02040503050406030204" pitchFamily="18" charset="0"/>
              <a:cs typeface="Times New Roman" panose="02020603050405020304" pitchFamily="18" charset="0"/>
            </a:endParaRPr>
          </a:p>
          <a:p>
            <a:pPr marL="501650" indent="-342900" algn="l">
              <a:buClr>
                <a:schemeClr val="bg1"/>
              </a:buClr>
              <a:buFont typeface="Wingdings" panose="05000000000000000000" pitchFamily="2" charset="2"/>
              <a:buChar char="v"/>
            </a:pPr>
            <a:r>
              <a:rPr lang="en-US" sz="2400" dirty="0">
                <a:latin typeface="Cambria Math" panose="02040503050406030204" pitchFamily="18" charset="0"/>
                <a:ea typeface="Cambria Math" panose="02040503050406030204" pitchFamily="18" charset="0"/>
                <a:cs typeface="Times New Roman" panose="02020603050405020304" pitchFamily="18" charset="0"/>
              </a:rPr>
              <a:t>Credibility scoring improves transparency compared to simple classification [6]</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28040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6C0DBD5C-5A01-575A-D43B-4D061DD53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FD32CC68-E782-9553-62D8-77261A8B40D6}"/>
              </a:ext>
            </a:extLst>
          </p:cNvPr>
          <p:cNvSpPr>
            <a:spLocks noGrp="1"/>
          </p:cNvSpPr>
          <p:nvPr>
            <p:ph type="subTitle" idx="1"/>
          </p:nvPr>
        </p:nvSpPr>
        <p:spPr>
          <a:xfrm>
            <a:off x="395469" y="733425"/>
            <a:ext cx="11401062" cy="5648325"/>
          </a:xfrm>
        </p:spPr>
        <p:txBody>
          <a:bodyPr>
            <a:normAutofit/>
          </a:bodyPr>
          <a:lstStyle/>
          <a:p>
            <a:pPr marL="501650" indent="-342900" algn="just">
              <a:buClr>
                <a:schemeClr val="bg1"/>
              </a:buClr>
              <a:buFont typeface="Wingdings" panose="05000000000000000000" pitchFamily="2" charset="2"/>
              <a:buChar char="v"/>
            </a:pPr>
            <a:r>
              <a:rPr lang="en-US" sz="2400" dirty="0"/>
              <a:t>Recent research shows that Natural Language Processing techniques are effective in analyzing sustainability-related textual content. [4]</a:t>
            </a:r>
          </a:p>
          <a:p>
            <a:pPr marL="501650" indent="-342900" algn="just">
              <a:buClr>
                <a:schemeClr val="bg1"/>
              </a:buClr>
              <a:buFont typeface="Wingdings" panose="05000000000000000000" pitchFamily="2" charset="2"/>
              <a:buChar char="v"/>
            </a:pPr>
            <a:r>
              <a:rPr lang="en-US" sz="2400" dirty="0"/>
              <a:t>Transformer-based models such as BERT have demonstrated strong performance in identifying contextual and linguistic patterns in text classification tasks.[5]</a:t>
            </a:r>
          </a:p>
          <a:p>
            <a:pPr marL="501650" indent="-342900" algn="just">
              <a:buClr>
                <a:schemeClr val="bg1"/>
              </a:buClr>
              <a:buFont typeface="Wingdings" panose="05000000000000000000" pitchFamily="2" charset="2"/>
              <a:buChar char="v"/>
            </a:pPr>
            <a:r>
              <a:rPr lang="en-US" sz="2400" dirty="0"/>
              <a:t>However, existing studies largely remain theoretical and lack practical, user-oriented implementations.[5]</a:t>
            </a:r>
          </a:p>
          <a:p>
            <a:pPr marL="501650" indent="-342900" algn="just">
              <a:buClr>
                <a:schemeClr val="bg1"/>
              </a:buClr>
              <a:buFont typeface="Wingdings" panose="05000000000000000000" pitchFamily="2" charset="2"/>
              <a:buChar char="v"/>
            </a:pPr>
            <a:r>
              <a:rPr lang="en-US" sz="2400" dirty="0"/>
              <a:t>Researchers also emphasize the importance of credibility assessment rather than binary classification.[6]</a:t>
            </a:r>
          </a:p>
          <a:p>
            <a:pPr marL="501650" indent="-342900" algn="just">
              <a:buClr>
                <a:schemeClr val="bg1"/>
              </a:buClr>
              <a:buFont typeface="Wingdings" panose="05000000000000000000" pitchFamily="2" charset="2"/>
              <a:buChar char="v"/>
            </a:pPr>
            <a:r>
              <a:rPr lang="en-US" sz="2400" dirty="0"/>
              <a:t>Providing trust scores and interpretability improves transparency and user understanding.[7]</a:t>
            </a:r>
          </a:p>
          <a:p>
            <a:pPr marL="501650" indent="-342900" algn="just">
              <a:buClr>
                <a:schemeClr val="bg1"/>
              </a:buClr>
              <a:buFont typeface="Wingdings" panose="05000000000000000000" pitchFamily="2" charset="2"/>
              <a:buChar char="v"/>
            </a:pPr>
            <a:r>
              <a:rPr lang="en-US" sz="2400" dirty="0"/>
              <a:t>The literature highlights a clear research gap for integrated systems that combine greenwashing detection with consumer awareness and sustainability guidance.[8]</a:t>
            </a:r>
          </a:p>
          <a:p>
            <a:endParaRPr lang="en-IN" dirty="0"/>
          </a:p>
        </p:txBody>
      </p:sp>
    </p:spTree>
    <p:extLst>
      <p:ext uri="{BB962C8B-B14F-4D97-AF65-F5344CB8AC3E}">
        <p14:creationId xmlns:p14="http://schemas.microsoft.com/office/powerpoint/2010/main" val="110867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441865FD-01CF-7881-7995-0CA207C07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7817874D-8F30-AE2F-7D1C-15A232F03F96}"/>
              </a:ext>
            </a:extLst>
          </p:cNvPr>
          <p:cNvSpPr>
            <a:spLocks noGrp="1"/>
          </p:cNvSpPr>
          <p:nvPr>
            <p:ph type="ctrTitle"/>
          </p:nvPr>
        </p:nvSpPr>
        <p:spPr>
          <a:xfrm>
            <a:off x="1751375" y="581025"/>
            <a:ext cx="7984400" cy="790575"/>
          </a:xfrm>
        </p:spPr>
        <p:txBody>
          <a:bodyPr/>
          <a:lstStyle/>
          <a:p>
            <a:r>
              <a:rPr lang="en-IN" sz="4400" b="1" dirty="0">
                <a:solidFill>
                  <a:schemeClr val="bg2"/>
                </a:solidFill>
                <a:latin typeface="Times New Roman" panose="02020603050405020304" pitchFamily="18" charset="0"/>
                <a:cs typeface="Times New Roman" panose="02020603050405020304" pitchFamily="18" charset="0"/>
              </a:rPr>
              <a:t>EXISTING SYSTEM</a:t>
            </a:r>
          </a:p>
        </p:txBody>
      </p:sp>
      <p:sp>
        <p:nvSpPr>
          <p:cNvPr id="5" name="Subtitle 4">
            <a:extLst>
              <a:ext uri="{FF2B5EF4-FFF2-40B4-BE49-F238E27FC236}">
                <a16:creationId xmlns:a16="http://schemas.microsoft.com/office/drawing/2014/main" id="{900454EF-4019-EE50-2753-366C18176F0C}"/>
              </a:ext>
            </a:extLst>
          </p:cNvPr>
          <p:cNvSpPr>
            <a:spLocks noGrp="1"/>
          </p:cNvSpPr>
          <p:nvPr>
            <p:ph type="subTitle" idx="1"/>
          </p:nvPr>
        </p:nvSpPr>
        <p:spPr>
          <a:xfrm>
            <a:off x="238125" y="1838324"/>
            <a:ext cx="10353675" cy="4086225"/>
          </a:xfrm>
        </p:spPr>
        <p:txBody>
          <a:bodyPr/>
          <a:lstStyle/>
          <a:p>
            <a:pPr marL="482600" indent="-342900" algn="l">
              <a:buClr>
                <a:schemeClr val="bg2"/>
              </a:buClr>
              <a:buFont typeface="Wingdings" panose="05000000000000000000" pitchFamily="2" charset="2"/>
              <a:buChar char="v"/>
            </a:pPr>
            <a:r>
              <a:rPr lang="en-US" sz="2400" dirty="0">
                <a:solidFill>
                  <a:schemeClr val="bg2"/>
                </a:solidFill>
                <a:latin typeface="Cambria Math" panose="02040503050406030204" pitchFamily="18" charset="0"/>
                <a:ea typeface="Cambria Math" panose="02040503050406030204" pitchFamily="18" charset="0"/>
              </a:rPr>
              <a:t>Manual verification by consumers</a:t>
            </a:r>
          </a:p>
          <a:p>
            <a:pPr marL="482600" indent="-342900" algn="just">
              <a:buClr>
                <a:schemeClr val="bg2"/>
              </a:buClr>
              <a:buFont typeface="Wingdings" panose="05000000000000000000" pitchFamily="2" charset="2"/>
              <a:buChar char="v"/>
            </a:pPr>
            <a:r>
              <a:rPr lang="en-US" sz="2400" dirty="0">
                <a:solidFill>
                  <a:schemeClr val="bg2"/>
                </a:solidFill>
                <a:latin typeface="Cambria Math" panose="02040503050406030204" pitchFamily="18" charset="0"/>
                <a:ea typeface="Cambria Math" panose="02040503050406030204" pitchFamily="18" charset="0"/>
              </a:rPr>
              <a:t>Reliance on brand reputation</a:t>
            </a:r>
          </a:p>
          <a:p>
            <a:pPr marL="482600" indent="-342900" algn="l">
              <a:buClr>
                <a:schemeClr val="bg2"/>
              </a:buClr>
              <a:buFont typeface="Wingdings" panose="05000000000000000000" pitchFamily="2" charset="2"/>
              <a:buChar char="v"/>
            </a:pPr>
            <a:r>
              <a:rPr lang="en-US" sz="2400" dirty="0">
                <a:solidFill>
                  <a:schemeClr val="bg2"/>
                </a:solidFill>
                <a:latin typeface="Cambria Math" panose="02040503050406030204" pitchFamily="18" charset="0"/>
                <a:ea typeface="Cambria Math" panose="02040503050406030204" pitchFamily="18" charset="0"/>
              </a:rPr>
              <a:t>Lack of real-time analysis</a:t>
            </a:r>
          </a:p>
          <a:p>
            <a:pPr marL="482600" indent="-342900" algn="l">
              <a:buClr>
                <a:schemeClr val="bg2"/>
              </a:buClr>
              <a:buFont typeface="Wingdings" panose="05000000000000000000" pitchFamily="2" charset="2"/>
              <a:buChar char="v"/>
            </a:pPr>
            <a:r>
              <a:rPr lang="en-US" sz="2400" dirty="0">
                <a:solidFill>
                  <a:schemeClr val="bg2"/>
                </a:solidFill>
                <a:latin typeface="Cambria Math" panose="02040503050406030204" pitchFamily="18" charset="0"/>
                <a:ea typeface="Cambria Math" panose="02040503050406030204" pitchFamily="18" charset="0"/>
              </a:rPr>
              <a:t>No explainability for claims</a:t>
            </a:r>
          </a:p>
          <a:p>
            <a:pPr marL="482600" indent="-342900" algn="l">
              <a:buClr>
                <a:schemeClr val="bg2"/>
              </a:buClr>
              <a:buFont typeface="Wingdings" panose="05000000000000000000" pitchFamily="2" charset="2"/>
              <a:buChar char="v"/>
            </a:pPr>
            <a:r>
              <a:rPr lang="en-US" sz="2400" dirty="0">
                <a:solidFill>
                  <a:schemeClr val="bg2"/>
                </a:solidFill>
                <a:latin typeface="Cambria Math" panose="02040503050406030204" pitchFamily="18" charset="0"/>
                <a:ea typeface="Cambria Math" panose="02040503050406030204" pitchFamily="18" charset="0"/>
              </a:rPr>
              <a:t>No unified platform for awareness</a:t>
            </a:r>
          </a:p>
          <a:p>
            <a:pPr algn="l"/>
            <a:endParaRPr lang="en-US" sz="2400" dirty="0">
              <a:solidFill>
                <a:schemeClr val="bg2"/>
              </a:solidFill>
              <a:latin typeface="Cambria Math" panose="02040503050406030204" pitchFamily="18" charset="0"/>
              <a:ea typeface="Cambria Math" panose="02040503050406030204" pitchFamily="18" charset="0"/>
              <a:cs typeface="Times New Roman" panose="02020603050405020304" pitchFamily="18" charset="0"/>
            </a:endParaRPr>
          </a:p>
          <a:p>
            <a:pPr algn="l"/>
            <a:r>
              <a:rPr lang="en-US" sz="2400" b="1" u="sng" dirty="0">
                <a:solidFill>
                  <a:schemeClr val="bg2"/>
                </a:solidFill>
                <a:latin typeface="Cambria Math" panose="02040503050406030204" pitchFamily="18" charset="0"/>
                <a:ea typeface="Cambria Math" panose="02040503050406030204" pitchFamily="18" charset="0"/>
                <a:cs typeface="Times New Roman" panose="02020603050405020304" pitchFamily="18" charset="0"/>
              </a:rPr>
              <a:t>Limitations:</a:t>
            </a:r>
          </a:p>
          <a:p>
            <a:pPr marL="482600" indent="-342900" algn="l">
              <a:buClr>
                <a:schemeClr val="bg2"/>
              </a:buClr>
              <a:buFont typeface="Arial" panose="020B0604020202020204" pitchFamily="34" charset="0"/>
              <a:buChar char="•"/>
            </a:pPr>
            <a:r>
              <a:rPr lang="en-US" sz="2400" dirty="0">
                <a:solidFill>
                  <a:schemeClr val="bg2"/>
                </a:solidFill>
                <a:latin typeface="Cambria Math" panose="02040503050406030204" pitchFamily="18" charset="0"/>
                <a:ea typeface="Cambria Math" panose="02040503050406030204" pitchFamily="18" charset="0"/>
              </a:rPr>
              <a:t>Time-consuming</a:t>
            </a:r>
          </a:p>
          <a:p>
            <a:pPr marL="482600" indent="-342900" algn="l">
              <a:buClr>
                <a:schemeClr val="bg2"/>
              </a:buClr>
              <a:buFont typeface="Arial" panose="020B0604020202020204" pitchFamily="34" charset="0"/>
              <a:buChar char="•"/>
            </a:pPr>
            <a:r>
              <a:rPr lang="en-US" sz="2400" dirty="0">
                <a:solidFill>
                  <a:schemeClr val="bg2"/>
                </a:solidFill>
                <a:latin typeface="Cambria Math" panose="02040503050406030204" pitchFamily="18" charset="0"/>
                <a:ea typeface="Cambria Math" panose="02040503050406030204" pitchFamily="18" charset="0"/>
              </a:rPr>
              <a:t>Inaccurate assumptions</a:t>
            </a:r>
          </a:p>
          <a:p>
            <a:pPr marL="482600" indent="-342900" algn="l">
              <a:buClr>
                <a:schemeClr val="bg2"/>
              </a:buClr>
              <a:buFont typeface="Arial" panose="020B0604020202020204" pitchFamily="34" charset="0"/>
              <a:buChar char="•"/>
            </a:pPr>
            <a:r>
              <a:rPr lang="en-US" sz="2400" dirty="0">
                <a:solidFill>
                  <a:schemeClr val="bg2"/>
                </a:solidFill>
                <a:latin typeface="Cambria Math" panose="02040503050406030204" pitchFamily="18" charset="0"/>
                <a:ea typeface="Cambria Math" panose="02040503050406030204" pitchFamily="18" charset="0"/>
              </a:rPr>
              <a:t>No credibility measurement</a:t>
            </a:r>
          </a:p>
          <a:p>
            <a:endParaRPr lang="en-IN" dirty="0"/>
          </a:p>
        </p:txBody>
      </p:sp>
    </p:spTree>
    <p:extLst>
      <p:ext uri="{BB962C8B-B14F-4D97-AF65-F5344CB8AC3E}">
        <p14:creationId xmlns:p14="http://schemas.microsoft.com/office/powerpoint/2010/main" val="239689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EFCD431B-2A4A-D872-54F5-6AF43B0EA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6CDC542-E19B-CD02-AE8A-32758E2D3E1F}"/>
              </a:ext>
            </a:extLst>
          </p:cNvPr>
          <p:cNvSpPr>
            <a:spLocks noGrp="1"/>
          </p:cNvSpPr>
          <p:nvPr>
            <p:ph type="ctrTitle"/>
          </p:nvPr>
        </p:nvSpPr>
        <p:spPr>
          <a:xfrm>
            <a:off x="1894250" y="403482"/>
            <a:ext cx="7984400" cy="878800"/>
          </a:xfrm>
        </p:spPr>
        <p:txBody>
          <a:bodyPr/>
          <a:lstStyle/>
          <a:p>
            <a:r>
              <a:rPr lang="en-IN" sz="4000" b="1" dirty="0">
                <a:solidFill>
                  <a:schemeClr val="bg2"/>
                </a:solidFill>
                <a:latin typeface="Times New Roman" panose="02020603050405020304" pitchFamily="18" charset="0"/>
                <a:cs typeface="Times New Roman" panose="02020603050405020304" pitchFamily="18" charset="0"/>
              </a:rPr>
              <a:t>PROPOSED SYSTEM</a:t>
            </a:r>
          </a:p>
        </p:txBody>
      </p:sp>
      <p:sp>
        <p:nvSpPr>
          <p:cNvPr id="3" name="Subtitle 2">
            <a:extLst>
              <a:ext uri="{FF2B5EF4-FFF2-40B4-BE49-F238E27FC236}">
                <a16:creationId xmlns:a16="http://schemas.microsoft.com/office/drawing/2014/main" id="{E48DBAC8-18E6-E7ED-931C-3BBB1B521930}"/>
              </a:ext>
            </a:extLst>
          </p:cNvPr>
          <p:cNvSpPr>
            <a:spLocks noGrp="1"/>
          </p:cNvSpPr>
          <p:nvPr>
            <p:ph type="subTitle" idx="1"/>
          </p:nvPr>
        </p:nvSpPr>
        <p:spPr>
          <a:xfrm>
            <a:off x="542925" y="1685764"/>
            <a:ext cx="9335723" cy="3695861"/>
          </a:xfrm>
        </p:spPr>
        <p:txBody>
          <a:bodyPr/>
          <a:lstStyle/>
          <a:p>
            <a:pPr algn="l"/>
            <a:r>
              <a:rPr lang="en-US" sz="2800" b="1" dirty="0">
                <a:solidFill>
                  <a:schemeClr val="bg2"/>
                </a:solidFill>
                <a:latin typeface="Cambria Math" panose="02040503050406030204" pitchFamily="18" charset="0"/>
                <a:ea typeface="Cambria Math" panose="02040503050406030204" pitchFamily="18" charset="0"/>
              </a:rPr>
              <a:t>EcoLens is a web-based AI system that:</a:t>
            </a:r>
          </a:p>
          <a:p>
            <a:pPr marL="482600" indent="-342900" algn="l">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Analyzes sustainability claims using NLP</a:t>
            </a:r>
          </a:p>
          <a:p>
            <a:pPr marL="482600" indent="-342900" algn="l">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Detects greenwashing patterns</a:t>
            </a:r>
          </a:p>
          <a:p>
            <a:pPr marL="482600" indent="-342900" algn="just">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Generates credibility and risk scores</a:t>
            </a:r>
          </a:p>
          <a:p>
            <a:pPr marL="482600" indent="-342900" algn="l">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Explains why claims are flagged</a:t>
            </a:r>
          </a:p>
          <a:p>
            <a:pPr marL="482600" indent="-342900" algn="l">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Supports QR-based product analysis</a:t>
            </a:r>
          </a:p>
          <a:p>
            <a:pPr marL="482600" indent="-342900" algn="l">
              <a:buClr>
                <a:schemeClr val="bg2"/>
              </a:buClr>
              <a:buFont typeface="Wingdings" panose="05000000000000000000" pitchFamily="2" charset="2"/>
              <a:buChar char="v"/>
            </a:pPr>
            <a:r>
              <a:rPr lang="en-US" sz="2800" dirty="0">
                <a:solidFill>
                  <a:schemeClr val="bg2"/>
                </a:solidFill>
                <a:latin typeface="Cambria Math" panose="02040503050406030204" pitchFamily="18" charset="0"/>
                <a:ea typeface="Cambria Math" panose="02040503050406030204" pitchFamily="18" charset="0"/>
              </a:rPr>
              <a:t>Educates users about sustainability terms</a:t>
            </a:r>
          </a:p>
          <a:p>
            <a:endParaRPr lang="en-IN" sz="2800" dirty="0"/>
          </a:p>
        </p:txBody>
      </p:sp>
    </p:spTree>
    <p:extLst>
      <p:ext uri="{BB962C8B-B14F-4D97-AF65-F5344CB8AC3E}">
        <p14:creationId xmlns:p14="http://schemas.microsoft.com/office/powerpoint/2010/main" val="288207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FEC17F97-08B1-5CB5-6D90-D607C32C1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F637E54-3AA8-8C12-C24D-335512E3DCF2}"/>
              </a:ext>
            </a:extLst>
          </p:cNvPr>
          <p:cNvSpPr>
            <a:spLocks noGrp="1"/>
          </p:cNvSpPr>
          <p:nvPr>
            <p:ph type="ctrTitle"/>
          </p:nvPr>
        </p:nvSpPr>
        <p:spPr>
          <a:xfrm>
            <a:off x="628650" y="408267"/>
            <a:ext cx="10934700" cy="1327380"/>
          </a:xfrm>
        </p:spPr>
        <p:txBody>
          <a:bodyPr/>
          <a:lstStyle/>
          <a:p>
            <a:r>
              <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STATEMENT &amp; RELEVANT DATA</a:t>
            </a:r>
            <a:endParaRPr lang="en-IN"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89986BD-E8BA-B512-5838-1A680AAC2853}"/>
              </a:ext>
            </a:extLst>
          </p:cNvPr>
          <p:cNvSpPr>
            <a:spLocks noGrp="1"/>
          </p:cNvSpPr>
          <p:nvPr>
            <p:ph type="subTitle" idx="1"/>
          </p:nvPr>
        </p:nvSpPr>
        <p:spPr>
          <a:xfrm>
            <a:off x="304801" y="1735647"/>
            <a:ext cx="10868024" cy="4607280"/>
          </a:xfrm>
        </p:spPr>
        <p:txBody>
          <a:bodyPr>
            <a:normAutofit/>
          </a:bodyPr>
          <a:lstStyle/>
          <a:p>
            <a:pPr algn="l"/>
            <a:r>
              <a:rPr lang="en-IN" sz="2400" b="1" u="sng" dirty="0">
                <a:latin typeface="Cambria Math" panose="02040503050406030204" pitchFamily="18" charset="0"/>
                <a:ea typeface="Cambria Math" panose="02040503050406030204" pitchFamily="18" charset="0"/>
              </a:rPr>
              <a:t>Problem Statement:</a:t>
            </a:r>
            <a:br>
              <a:rPr lang="en-IN" sz="2400" u="sng"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Consumers are increasingly exposed to sustainability claims that may be misleading, vague, or unsupported by evidence. The lack of transparency makes it difficult for users to distinguish genuine environmental responsibility from marketing exaggeration.</a:t>
            </a:r>
          </a:p>
          <a:p>
            <a:pPr algn="l"/>
            <a:endParaRPr lang="en-IN" sz="2400" dirty="0">
              <a:latin typeface="Cambria Math" panose="02040503050406030204" pitchFamily="18" charset="0"/>
              <a:ea typeface="Cambria Math" panose="02040503050406030204" pitchFamily="18" charset="0"/>
            </a:endParaRPr>
          </a:p>
          <a:p>
            <a:pPr algn="l"/>
            <a:r>
              <a:rPr lang="en-IN" sz="2400" b="1" u="sng" dirty="0">
                <a:latin typeface="Cambria Math" panose="02040503050406030204" pitchFamily="18" charset="0"/>
                <a:ea typeface="Cambria Math" panose="02040503050406030204" pitchFamily="18" charset="0"/>
              </a:rPr>
              <a:t>Relevant Data Sources: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Product descriptions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Online advertisements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Sustainability statements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Marketing content from public sources</a:t>
            </a:r>
          </a:p>
          <a:p>
            <a:endParaRPr lang="en-IN" dirty="0"/>
          </a:p>
        </p:txBody>
      </p:sp>
    </p:spTree>
    <p:extLst>
      <p:ext uri="{BB962C8B-B14F-4D97-AF65-F5344CB8AC3E}">
        <p14:creationId xmlns:p14="http://schemas.microsoft.com/office/powerpoint/2010/main" val="118599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F57D6F36-9BDF-AF12-39AB-8DC367744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8D8C99-DC42-7F61-6A30-151918B08883}"/>
              </a:ext>
            </a:extLst>
          </p:cNvPr>
          <p:cNvSpPr>
            <a:spLocks noGrp="1"/>
          </p:cNvSpPr>
          <p:nvPr>
            <p:ph type="ctrTitle"/>
          </p:nvPr>
        </p:nvSpPr>
        <p:spPr>
          <a:xfrm>
            <a:off x="1989500" y="403482"/>
            <a:ext cx="7984400" cy="878800"/>
          </a:xfrm>
        </p:spPr>
        <p:txBody>
          <a:bodyPr/>
          <a:lstStyle/>
          <a:p>
            <a:r>
              <a:rPr lang="en-IN" sz="4400" b="1" dirty="0">
                <a:solidFill>
                  <a:schemeClr val="bg2"/>
                </a:solidFill>
                <a:latin typeface="Times New Roman" panose="02020603050405020304" pitchFamily="18" charset="0"/>
                <a:cs typeface="Times New Roman" panose="02020603050405020304" pitchFamily="18" charset="0"/>
              </a:rPr>
              <a:t>METHODOLOGY</a:t>
            </a:r>
          </a:p>
        </p:txBody>
      </p:sp>
      <p:sp>
        <p:nvSpPr>
          <p:cNvPr id="5" name="Rectangle 1">
            <a:extLst>
              <a:ext uri="{FF2B5EF4-FFF2-40B4-BE49-F238E27FC236}">
                <a16:creationId xmlns:a16="http://schemas.microsoft.com/office/drawing/2014/main" id="{35529C09-17DF-C80E-6E58-A649097C4B33}"/>
              </a:ext>
            </a:extLst>
          </p:cNvPr>
          <p:cNvSpPr>
            <a:spLocks noGrp="1" noChangeArrowheads="1"/>
          </p:cNvSpPr>
          <p:nvPr>
            <p:ph type="subTitle" idx="1"/>
          </p:nvPr>
        </p:nvSpPr>
        <p:spPr bwMode="auto">
          <a:xfrm>
            <a:off x="371476" y="1960036"/>
            <a:ext cx="863917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User enters sustainability claim or scans product QR</a:t>
            </a:r>
          </a:p>
          <a:p>
            <a:pPr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Text is sent to backend via API</a:t>
            </a:r>
            <a:endParaRPr lang="en-US" altLang="en-US" sz="2400" dirty="0">
              <a:solidFill>
                <a:schemeClr val="bg2"/>
              </a:solidFill>
              <a:latin typeface="Cambria Math" panose="02040503050406030204" pitchFamily="18" charset="0"/>
              <a:ea typeface="Cambria Math" panose="02040503050406030204" pitchFamily="18" charset="0"/>
            </a:endParaRPr>
          </a:p>
          <a:p>
            <a:pPr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NLP module analyzes linguistic patterns</a:t>
            </a:r>
            <a:endParaRPr lang="en-US" altLang="en-US" sz="2400" dirty="0">
              <a:solidFill>
                <a:schemeClr val="bg2"/>
              </a:solidFill>
              <a:latin typeface="Cambria Math" panose="02040503050406030204" pitchFamily="18" charset="0"/>
              <a:ea typeface="Cambria Math" panose="02040503050406030204" pitchFamily="18" charset="0"/>
            </a:endParaRPr>
          </a:p>
          <a:p>
            <a:pPr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Greenwashing type is identified</a:t>
            </a:r>
            <a:endParaRPr lang="en-US" altLang="en-US" sz="2400" dirty="0">
              <a:solidFill>
                <a:schemeClr val="bg2"/>
              </a:solidFill>
              <a:latin typeface="Cambria Math" panose="02040503050406030204" pitchFamily="18" charset="0"/>
              <a:ea typeface="Cambria Math" panose="02040503050406030204" pitchFamily="18" charset="0"/>
            </a:endParaRPr>
          </a:p>
          <a:p>
            <a:pPr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Scores are calculated:</a:t>
            </a:r>
            <a:endParaRPr lang="en-US" altLang="en-US" sz="2400" dirty="0">
              <a:solidFill>
                <a:schemeClr val="bg2"/>
              </a:solidFill>
              <a:latin typeface="Cambria Math" panose="02040503050406030204" pitchFamily="18" charset="0"/>
              <a:ea typeface="Cambria Math" panose="020405030504060302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Consumer Risk</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Environmental Confidence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Credibility Score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6. Results are displayed with explanations</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solidFill>
                  <a:schemeClr val="bg2"/>
                </a:solidFill>
                <a:latin typeface="Cambria Math" panose="02040503050406030204" pitchFamily="18" charset="0"/>
                <a:ea typeface="Cambria Math" panose="02040503050406030204" pitchFamily="18" charset="0"/>
              </a:rPr>
              <a:t>7. </a:t>
            </a:r>
            <a:r>
              <a:rPr kumimoji="0" lang="en-US" altLang="en-US" sz="2400" b="0" i="0" u="none" strike="noStrike" cap="none" normalizeH="0" baseline="0" dirty="0">
                <a:ln>
                  <a:noFill/>
                </a:ln>
                <a:solidFill>
                  <a:schemeClr val="bg2"/>
                </a:solidFill>
                <a:effectLst/>
                <a:latin typeface="Cambria Math" panose="02040503050406030204" pitchFamily="18" charset="0"/>
                <a:ea typeface="Cambria Math" panose="02040503050406030204" pitchFamily="18" charset="0"/>
              </a:rPr>
              <a:t>Report can be downloaded or shared</a:t>
            </a:r>
          </a:p>
        </p:txBody>
      </p:sp>
    </p:spTree>
    <p:extLst>
      <p:ext uri="{BB962C8B-B14F-4D97-AF65-F5344CB8AC3E}">
        <p14:creationId xmlns:p14="http://schemas.microsoft.com/office/powerpoint/2010/main" val="2965311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i Background Images – Browse 14,849,126 Stock Photos, Vectors, and Video |  Adobe Stock">
            <a:extLst>
              <a:ext uri="{FF2B5EF4-FFF2-40B4-BE49-F238E27FC236}">
                <a16:creationId xmlns:a16="http://schemas.microsoft.com/office/drawing/2014/main" id="{4371BC8E-7E36-508F-1AE3-0DCDEC302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9EF4A5-D96D-3B69-CCE6-6C51A583FFED}"/>
              </a:ext>
            </a:extLst>
          </p:cNvPr>
          <p:cNvSpPr>
            <a:spLocks noGrp="1"/>
          </p:cNvSpPr>
          <p:nvPr>
            <p:ph type="ctrTitle"/>
          </p:nvPr>
        </p:nvSpPr>
        <p:spPr>
          <a:xfrm>
            <a:off x="1143000" y="588406"/>
            <a:ext cx="9707682" cy="978198"/>
          </a:xfrm>
        </p:spPr>
        <p:txBody>
          <a:bodyPr/>
          <a:lstStyle/>
          <a:p>
            <a:r>
              <a:rPr lang="en-IN" sz="4000" b="1" dirty="0">
                <a:latin typeface="Times New Roman" panose="02020603050405020304" pitchFamily="18" charset="0"/>
                <a:cs typeface="Times New Roman" panose="02020603050405020304" pitchFamily="18" charset="0"/>
              </a:rPr>
              <a:t>RESULTS &amp; DISCUSSION</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9F8DD92-3450-1159-6FB6-81FE5CE8BFB3}"/>
              </a:ext>
            </a:extLst>
          </p:cNvPr>
          <p:cNvSpPr>
            <a:spLocks noGrp="1"/>
          </p:cNvSpPr>
          <p:nvPr>
            <p:ph type="subTitle" idx="1"/>
          </p:nvPr>
        </p:nvSpPr>
        <p:spPr>
          <a:xfrm>
            <a:off x="390525" y="1952625"/>
            <a:ext cx="11371762" cy="4316969"/>
          </a:xfrm>
        </p:spPr>
        <p:txBody>
          <a:bodyPr>
            <a:normAutofit/>
          </a:bodyPr>
          <a:lstStyle/>
          <a:p>
            <a:pPr marL="342900" lvl="0" indent="-342900" algn="l" eaLnBrk="0" fontAlgn="base" hangingPunct="0">
              <a:spcBef>
                <a:spcPct val="0"/>
              </a:spcBef>
              <a:spcAft>
                <a:spcPct val="0"/>
              </a:spcAft>
              <a:buClrTx/>
              <a:buSzTx/>
              <a:buFont typeface="Wingdings" panose="05000000000000000000" pitchFamily="2" charset="2"/>
              <a:buChar char="v"/>
            </a:pPr>
            <a:r>
              <a:rPr lang="en-US" altLang="en-US" sz="2400" b="1" dirty="0">
                <a:solidFill>
                  <a:schemeClr val="bg1"/>
                </a:solidFill>
                <a:latin typeface="Cambria Math" panose="02040503050406030204" pitchFamily="18" charset="0"/>
                <a:ea typeface="Cambria Math" panose="02040503050406030204" pitchFamily="18" charset="0"/>
              </a:rPr>
              <a:t>EcoLens successfully identifies vague and unsupported claims</a:t>
            </a:r>
          </a:p>
          <a:p>
            <a:pPr marL="342900" lvl="0" indent="-342900" algn="l" eaLnBrk="0" fontAlgn="base" hangingPunct="0">
              <a:spcBef>
                <a:spcPct val="0"/>
              </a:spcBef>
              <a:spcAft>
                <a:spcPct val="0"/>
              </a:spcAft>
              <a:buClrTx/>
              <a:buSzTx/>
              <a:buFont typeface="Wingdings" panose="05000000000000000000" pitchFamily="2" charset="2"/>
              <a:buChar char="v"/>
            </a:pPr>
            <a:endParaRPr lang="en-US" altLang="en-US" sz="2400" b="1" dirty="0">
              <a:solidFill>
                <a:schemeClr val="bg1"/>
              </a:solidFill>
              <a:latin typeface="Cambria Math" panose="02040503050406030204" pitchFamily="18" charset="0"/>
              <a:ea typeface="Cambria Math" panose="02040503050406030204" pitchFamily="18" charset="0"/>
            </a:endParaRPr>
          </a:p>
          <a:p>
            <a:pPr marL="342900" lvl="0" indent="-342900" algn="l" eaLnBrk="0" fontAlgn="base" hangingPunct="0">
              <a:spcBef>
                <a:spcPct val="0"/>
              </a:spcBef>
              <a:spcAft>
                <a:spcPct val="0"/>
              </a:spcAft>
              <a:buClrTx/>
              <a:buSzTx/>
              <a:buFont typeface="Wingdings" panose="05000000000000000000" pitchFamily="2" charset="2"/>
              <a:buChar char="v"/>
            </a:pPr>
            <a:r>
              <a:rPr lang="en-US" altLang="en-US" sz="2400" b="1" dirty="0">
                <a:solidFill>
                  <a:schemeClr val="bg1"/>
                </a:solidFill>
                <a:latin typeface="Cambria Math" panose="02040503050406030204" pitchFamily="18" charset="0"/>
                <a:ea typeface="Cambria Math" panose="02040503050406030204" pitchFamily="18" charset="0"/>
              </a:rPr>
              <a:t>Credibility scores reflect presence or absence of proof</a:t>
            </a:r>
          </a:p>
          <a:p>
            <a:pPr marL="342900" lvl="0" indent="-342900" algn="l" eaLnBrk="0" fontAlgn="base" hangingPunct="0">
              <a:spcBef>
                <a:spcPct val="0"/>
              </a:spcBef>
              <a:spcAft>
                <a:spcPct val="0"/>
              </a:spcAft>
              <a:buClrTx/>
              <a:buSzTx/>
              <a:buFont typeface="Wingdings" panose="05000000000000000000" pitchFamily="2" charset="2"/>
              <a:buChar char="v"/>
            </a:pPr>
            <a:endParaRPr lang="en-US" altLang="en-US" sz="2400" b="1" dirty="0">
              <a:solidFill>
                <a:schemeClr val="bg1"/>
              </a:solidFill>
              <a:latin typeface="Cambria Math" panose="02040503050406030204" pitchFamily="18" charset="0"/>
              <a:ea typeface="Cambria Math" panose="02040503050406030204" pitchFamily="18" charset="0"/>
            </a:endParaRPr>
          </a:p>
          <a:p>
            <a:pPr marL="342900" lvl="0" indent="-342900" algn="l" eaLnBrk="0" fontAlgn="base" hangingPunct="0">
              <a:spcBef>
                <a:spcPct val="0"/>
              </a:spcBef>
              <a:spcAft>
                <a:spcPct val="0"/>
              </a:spcAft>
              <a:buClrTx/>
              <a:buSzTx/>
              <a:buFont typeface="Wingdings" panose="05000000000000000000" pitchFamily="2" charset="2"/>
              <a:buChar char="v"/>
            </a:pPr>
            <a:r>
              <a:rPr lang="en-US" altLang="en-US" sz="2400" b="1" dirty="0">
                <a:solidFill>
                  <a:schemeClr val="bg1"/>
                </a:solidFill>
                <a:latin typeface="Cambria Math" panose="02040503050406030204" pitchFamily="18" charset="0"/>
                <a:ea typeface="Cambria Math" panose="02040503050406030204" pitchFamily="18" charset="0"/>
              </a:rPr>
              <a:t>QR-based analysis improves real-world usability</a:t>
            </a:r>
          </a:p>
          <a:p>
            <a:pPr marL="342900" lvl="0" indent="-342900" algn="l" eaLnBrk="0" fontAlgn="base" hangingPunct="0">
              <a:spcBef>
                <a:spcPct val="0"/>
              </a:spcBef>
              <a:spcAft>
                <a:spcPct val="0"/>
              </a:spcAft>
              <a:buClrTx/>
              <a:buSzTx/>
              <a:buFont typeface="Wingdings" panose="05000000000000000000" pitchFamily="2" charset="2"/>
              <a:buChar char="v"/>
            </a:pPr>
            <a:endParaRPr lang="en-US" altLang="en-US" sz="2400" b="1" dirty="0">
              <a:solidFill>
                <a:schemeClr val="bg1"/>
              </a:solidFill>
              <a:latin typeface="Cambria Math" panose="02040503050406030204" pitchFamily="18" charset="0"/>
              <a:ea typeface="Cambria Math" panose="02040503050406030204" pitchFamily="18" charset="0"/>
            </a:endParaRPr>
          </a:p>
          <a:p>
            <a:pPr marL="342900" lvl="0" indent="-342900" algn="l" eaLnBrk="0" fontAlgn="base" hangingPunct="0">
              <a:spcBef>
                <a:spcPct val="0"/>
              </a:spcBef>
              <a:spcAft>
                <a:spcPct val="0"/>
              </a:spcAft>
              <a:buClrTx/>
              <a:buSzTx/>
              <a:buFont typeface="Wingdings" panose="05000000000000000000" pitchFamily="2" charset="2"/>
              <a:buChar char="v"/>
            </a:pPr>
            <a:r>
              <a:rPr lang="en-US" altLang="en-US" sz="2400" b="1" dirty="0">
                <a:solidFill>
                  <a:schemeClr val="bg1"/>
                </a:solidFill>
                <a:latin typeface="Cambria Math" panose="02040503050406030204" pitchFamily="18" charset="0"/>
                <a:ea typeface="Cambria Math" panose="02040503050406030204" pitchFamily="18" charset="0"/>
              </a:rPr>
              <a:t>Explainability increases user trust</a:t>
            </a:r>
          </a:p>
          <a:p>
            <a:pPr marL="342900" lvl="0" indent="-342900" algn="l" eaLnBrk="0" fontAlgn="base" hangingPunct="0">
              <a:spcBef>
                <a:spcPct val="0"/>
              </a:spcBef>
              <a:spcAft>
                <a:spcPct val="0"/>
              </a:spcAft>
              <a:buClrTx/>
              <a:buSzTx/>
              <a:buFont typeface="Wingdings" panose="05000000000000000000" pitchFamily="2" charset="2"/>
              <a:buChar char="v"/>
            </a:pPr>
            <a:endParaRPr lang="en-US" altLang="en-US" sz="2400" b="1" dirty="0">
              <a:solidFill>
                <a:schemeClr val="bg1"/>
              </a:solidFill>
              <a:latin typeface="Cambria Math" panose="02040503050406030204" pitchFamily="18" charset="0"/>
              <a:ea typeface="Cambria Math" panose="02040503050406030204" pitchFamily="18" charset="0"/>
            </a:endParaRPr>
          </a:p>
          <a:p>
            <a:pPr marL="342900" lvl="0" indent="-342900" algn="l" eaLnBrk="0" fontAlgn="base" hangingPunct="0">
              <a:spcBef>
                <a:spcPct val="0"/>
              </a:spcBef>
              <a:spcAft>
                <a:spcPct val="0"/>
              </a:spcAft>
              <a:buClrTx/>
              <a:buSzTx/>
              <a:buFont typeface="Wingdings" panose="05000000000000000000" pitchFamily="2" charset="2"/>
              <a:buChar char="v"/>
            </a:pPr>
            <a:r>
              <a:rPr lang="en-US" altLang="en-US" sz="2400" b="1" dirty="0">
                <a:solidFill>
                  <a:schemeClr val="bg1"/>
                </a:solidFill>
                <a:latin typeface="Cambria Math" panose="02040503050406030204" pitchFamily="18" charset="0"/>
                <a:ea typeface="Cambria Math" panose="02040503050406030204" pitchFamily="18" charset="0"/>
              </a:rPr>
              <a:t>Results are consistent for both text and QR inputs</a:t>
            </a:r>
          </a:p>
          <a:p>
            <a:pPr algn="l"/>
            <a:endParaRPr lang="en-IN" sz="2400" dirty="0"/>
          </a:p>
          <a:p>
            <a:endParaRPr lang="en-IN" dirty="0"/>
          </a:p>
        </p:txBody>
      </p:sp>
      <p:sp>
        <p:nvSpPr>
          <p:cNvPr id="8" name="Rectangle 2">
            <a:extLst>
              <a:ext uri="{FF2B5EF4-FFF2-40B4-BE49-F238E27FC236}">
                <a16:creationId xmlns:a16="http://schemas.microsoft.com/office/drawing/2014/main" id="{1E599556-5BFE-9CD6-FA6B-430F46D207E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6011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i Background Images – Browse 14,849,126 Stock Photos, Vectors, and Video |  Adobe Stock">
            <a:extLst>
              <a:ext uri="{FF2B5EF4-FFF2-40B4-BE49-F238E27FC236}">
                <a16:creationId xmlns:a16="http://schemas.microsoft.com/office/drawing/2014/main" id="{2A6F105A-8A31-42E6-97CC-F7070D28D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0">
            <a:extLst>
              <a:ext uri="{FF2B5EF4-FFF2-40B4-BE49-F238E27FC236}">
                <a16:creationId xmlns:a16="http://schemas.microsoft.com/office/drawing/2014/main" id="{312D575B-78CB-8B91-9ADD-85E357A22B2C}"/>
              </a:ext>
            </a:extLst>
          </p:cNvPr>
          <p:cNvSpPr>
            <a:spLocks noGrp="1"/>
          </p:cNvSpPr>
          <p:nvPr>
            <p:ph type="ctrTitle"/>
          </p:nvPr>
        </p:nvSpPr>
        <p:spPr>
          <a:xfrm>
            <a:off x="737987" y="422477"/>
            <a:ext cx="9901437" cy="891973"/>
          </a:xfrm>
        </p:spPr>
        <p:txBody>
          <a:bodyPr/>
          <a:lstStyle/>
          <a:p>
            <a:r>
              <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&amp; FUTURE SCOPE </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Subtitle 11">
            <a:extLst>
              <a:ext uri="{FF2B5EF4-FFF2-40B4-BE49-F238E27FC236}">
                <a16:creationId xmlns:a16="http://schemas.microsoft.com/office/drawing/2014/main" id="{18E2F620-D6E7-0045-F18A-AE643273FA65}"/>
              </a:ext>
            </a:extLst>
          </p:cNvPr>
          <p:cNvSpPr>
            <a:spLocks noGrp="1"/>
          </p:cNvSpPr>
          <p:nvPr>
            <p:ph type="subTitle" idx="1"/>
          </p:nvPr>
        </p:nvSpPr>
        <p:spPr>
          <a:xfrm>
            <a:off x="486137" y="1628776"/>
            <a:ext cx="11343190" cy="4806748"/>
          </a:xfrm>
        </p:spPr>
        <p:txBody>
          <a:bodyPr>
            <a:normAutofit/>
          </a:bodyPr>
          <a:lstStyle/>
          <a:p>
            <a:pPr algn="l"/>
            <a:r>
              <a:rPr lang="en-IN" sz="2400" b="1" u="sng" dirty="0">
                <a:latin typeface="Cambria Math" panose="02040503050406030204" pitchFamily="18" charset="0"/>
                <a:ea typeface="Cambria Math" panose="02040503050406030204" pitchFamily="18" charset="0"/>
              </a:rPr>
              <a:t>Conclusion:</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The proposed </a:t>
            </a:r>
            <a:r>
              <a:rPr lang="en-IN" sz="2400" dirty="0" err="1">
                <a:latin typeface="Cambria Math" panose="02040503050406030204" pitchFamily="18" charset="0"/>
                <a:ea typeface="Cambria Math" panose="02040503050406030204" pitchFamily="18" charset="0"/>
              </a:rPr>
              <a:t>EcoLens</a:t>
            </a:r>
            <a:r>
              <a:rPr lang="en-IN" sz="2400" dirty="0">
                <a:latin typeface="Cambria Math" panose="02040503050406030204" pitchFamily="18" charset="0"/>
                <a:ea typeface="Cambria Math" panose="02040503050406030204" pitchFamily="18" charset="0"/>
              </a:rPr>
              <a:t> system provides an AI-based approach to identifying potentially misleading sustainability claims while promoting transparency and responsible consumption.</a:t>
            </a:r>
          </a:p>
          <a:p>
            <a:pPr algn="l"/>
            <a:endParaRPr lang="en-IN" sz="2400" dirty="0">
              <a:latin typeface="Cambria Math" panose="02040503050406030204" pitchFamily="18" charset="0"/>
              <a:ea typeface="Cambria Math" panose="02040503050406030204" pitchFamily="18" charset="0"/>
            </a:endParaRPr>
          </a:p>
          <a:p>
            <a:pPr algn="l"/>
            <a:r>
              <a:rPr lang="en-IN" sz="2400" b="1" u="sng" dirty="0">
                <a:latin typeface="Cambria Math" panose="02040503050406030204" pitchFamily="18" charset="0"/>
                <a:ea typeface="Cambria Math" panose="02040503050406030204" pitchFamily="18" charset="0"/>
              </a:rPr>
              <a:t>Future Scope:</a:t>
            </a:r>
            <a:br>
              <a:rPr lang="en-IN" sz="2400" u="sng"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Integration of larger datasets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Improved explainability of AI decisions</a:t>
            </a:r>
            <a:br>
              <a:rPr lang="en-IN" sz="2400" dirty="0">
                <a:latin typeface="Cambria Math" panose="02040503050406030204" pitchFamily="18" charset="0"/>
                <a:ea typeface="Cambria Math" panose="02040503050406030204" pitchFamily="18" charset="0"/>
              </a:rPr>
            </a:br>
            <a:r>
              <a:rPr lang="en-IN" sz="2400" dirty="0">
                <a:latin typeface="Cambria Math" panose="02040503050406030204" pitchFamily="18" charset="0"/>
                <a:ea typeface="Cambria Math" panose="02040503050406030204" pitchFamily="18" charset="0"/>
              </a:rPr>
              <a:t>• Expansion of sustainability guidance modules</a:t>
            </a:r>
          </a:p>
          <a:p>
            <a:pPr algn="l"/>
            <a:endParaRPr lang="en-IN" dirty="0"/>
          </a:p>
        </p:txBody>
      </p:sp>
    </p:spTree>
    <p:extLst>
      <p:ext uri="{BB962C8B-B14F-4D97-AF65-F5344CB8AC3E}">
        <p14:creationId xmlns:p14="http://schemas.microsoft.com/office/powerpoint/2010/main" val="405355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Ai Background Images – Browse 14,849,126 Stock Photos, Vectors, and Video |  Adobe Stock">
            <a:extLst>
              <a:ext uri="{FF2B5EF4-FFF2-40B4-BE49-F238E27FC236}">
                <a16:creationId xmlns:a16="http://schemas.microsoft.com/office/drawing/2014/main" id="{47D1AEB3-9A89-0508-C6AA-CCEAA4E4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CBF49EB-EF85-2854-A99D-4B3FA567D0DB}"/>
              </a:ext>
            </a:extLst>
          </p:cNvPr>
          <p:cNvSpPr>
            <a:spLocks noGrp="1"/>
          </p:cNvSpPr>
          <p:nvPr>
            <p:ph type="ctrTitle"/>
          </p:nvPr>
        </p:nvSpPr>
        <p:spPr>
          <a:xfrm>
            <a:off x="2103800" y="266700"/>
            <a:ext cx="7984400" cy="1000125"/>
          </a:xfrm>
        </p:spPr>
        <p:txBody>
          <a:bodyPr/>
          <a:lstStyle/>
          <a:p>
            <a:r>
              <a:rPr lang="en-IN" sz="4400" dirty="0">
                <a:solidFill>
                  <a:schemeClr val="bg2"/>
                </a:solidFill>
                <a:latin typeface="Times New Roman" panose="02020603050405020304" pitchFamily="18" charset="0"/>
                <a:cs typeface="Times New Roman" panose="02020603050405020304" pitchFamily="18" charset="0"/>
              </a:rPr>
              <a:t>REFERENCES</a:t>
            </a:r>
          </a:p>
        </p:txBody>
      </p:sp>
      <p:sp>
        <p:nvSpPr>
          <p:cNvPr id="5" name="Rectangle 1">
            <a:extLst>
              <a:ext uri="{FF2B5EF4-FFF2-40B4-BE49-F238E27FC236}">
                <a16:creationId xmlns:a16="http://schemas.microsoft.com/office/drawing/2014/main" id="{A1F34503-ADD3-A844-75A2-3C2FF55B1ECA}"/>
              </a:ext>
            </a:extLst>
          </p:cNvPr>
          <p:cNvSpPr>
            <a:spLocks noGrp="1" noChangeArrowheads="1"/>
          </p:cNvSpPr>
          <p:nvPr>
            <p:ph type="subTitle" idx="1"/>
          </p:nvPr>
        </p:nvSpPr>
        <p:spPr bwMode="auto">
          <a:xfrm>
            <a:off x="152400" y="1205121"/>
            <a:ext cx="117098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1.Delmas, M. A., &amp; Burbano, V. C. (2011).</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The drivers of greenwashing.</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California Management Review</a:t>
            </a:r>
            <a:r>
              <a:rPr kumimoji="0" lang="en-US" altLang="en-US" sz="2400" b="0" i="0" u="none" strike="noStrike" cap="none" normalizeH="0" baseline="0" dirty="0">
                <a:ln>
                  <a:noFill/>
                </a:ln>
                <a:solidFill>
                  <a:schemeClr val="bg2"/>
                </a:solidFill>
                <a:effectLst/>
                <a:latin typeface="Arial" panose="020B0604020202020204" pitchFamily="34" charset="0"/>
              </a:rPr>
              <a:t>, 54(1), 64–87.</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2.Lyon, T. P., &amp; Montgomery, A. W. (2015).</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The means and end of greenwash.</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Organization &amp; Environment</a:t>
            </a:r>
            <a:r>
              <a:rPr kumimoji="0" lang="en-US" altLang="en-US" sz="2400" b="0" i="0" u="none" strike="noStrike" cap="none" normalizeH="0" baseline="0" dirty="0">
                <a:ln>
                  <a:noFill/>
                </a:ln>
                <a:solidFill>
                  <a:schemeClr val="bg2"/>
                </a:solidFill>
                <a:effectLst/>
                <a:latin typeface="Arial" panose="020B0604020202020204" pitchFamily="34" charset="0"/>
              </a:rPr>
              <a:t>, 28(2), 223–249.</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3.Seele, P., &amp; Gatti, L. (2017).</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Greenwashing revisited: In search of a typology and accusation-based definition.</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Business Strategy and the Environment</a:t>
            </a:r>
            <a:r>
              <a:rPr kumimoji="0" lang="en-US" altLang="en-US" sz="2400" b="0" i="0" u="none" strike="noStrike" cap="none" normalizeH="0" baseline="0" dirty="0">
                <a:ln>
                  <a:noFill/>
                </a:ln>
                <a:solidFill>
                  <a:schemeClr val="bg2"/>
                </a:solidFill>
                <a:effectLst/>
                <a:latin typeface="Arial" panose="020B0604020202020204" pitchFamily="34" charset="0"/>
              </a:rPr>
              <a:t>, 26(2), 239–252.</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4.FTC. (2012).</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Green Guides for the Use of Environmental Marketing Claims.</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0" u="none" strike="noStrike" cap="none" normalizeH="0" baseline="0" dirty="0">
                <a:ln>
                  <a:noFill/>
                </a:ln>
                <a:solidFill>
                  <a:schemeClr val="bg2"/>
                </a:solidFill>
                <a:effectLst/>
                <a:latin typeface="Arial" panose="020B0604020202020204" pitchFamily="34" charset="0"/>
              </a:rPr>
              <a:t>Federal Trade Commission, USA.</a:t>
            </a:r>
          </a:p>
        </p:txBody>
      </p:sp>
    </p:spTree>
    <p:extLst>
      <p:ext uri="{BB962C8B-B14F-4D97-AF65-F5344CB8AC3E}">
        <p14:creationId xmlns:p14="http://schemas.microsoft.com/office/powerpoint/2010/main" val="1967961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Ai Background Images – Browse 14,849,126 Stock Photos, Vectors, and Video |  Adobe Stock">
            <a:extLst>
              <a:ext uri="{FF2B5EF4-FFF2-40B4-BE49-F238E27FC236}">
                <a16:creationId xmlns:a16="http://schemas.microsoft.com/office/drawing/2014/main" id="{5B20FAA5-114D-66EF-72E0-7CE47AB8A2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308B9C85-E2FF-896D-05BB-00707A97D7FF}"/>
              </a:ext>
            </a:extLst>
          </p:cNvPr>
          <p:cNvSpPr>
            <a:spLocks noGrp="1" noChangeArrowheads="1"/>
          </p:cNvSpPr>
          <p:nvPr>
            <p:ph type="ctrTitle"/>
          </p:nvPr>
        </p:nvSpPr>
        <p:spPr bwMode="auto">
          <a:xfrm>
            <a:off x="251291" y="523003"/>
            <a:ext cx="1168941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5.BERT: Devlin, J., Chang, M. W., Lee, K., &amp; Toutanova, K. (2019).</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BERT: Pre-training of Deep Bidirectional Transformers for Language Understanding.</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NAACL-HLT</a:t>
            </a:r>
            <a:r>
              <a:rPr kumimoji="0" lang="en-US" altLang="en-US" sz="2400" b="0" i="0" u="none" strike="noStrike" cap="none" normalizeH="0" baseline="0" dirty="0">
                <a:ln>
                  <a:noFill/>
                </a:ln>
                <a:solidFill>
                  <a:schemeClr val="bg2"/>
                </a:solidFill>
                <a:effectLst/>
                <a:latin typeface="Arial" panose="020B0604020202020204" pitchFamily="34" charset="0"/>
              </a:rPr>
              <a:t>.</a:t>
            </a:r>
            <a:br>
              <a:rPr kumimoji="0" lang="en-US" altLang="en-US" sz="2400" b="0" i="0" u="none" strike="noStrike" cap="none" normalizeH="0" baseline="0" dirty="0">
                <a:ln>
                  <a:noFill/>
                </a:ln>
                <a:solidFill>
                  <a:schemeClr val="bg2"/>
                </a:solidFill>
                <a:effectLst/>
                <a:latin typeface="Arial" panose="020B0604020202020204" pitchFamily="34" charset="0"/>
              </a:rPr>
            </a:b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6.Jurafsky, D., &amp; Martin, J. H. (2021).</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Speech and Language Processing.</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0" u="none" strike="noStrike" cap="none" normalizeH="0" baseline="0" dirty="0">
                <a:ln>
                  <a:noFill/>
                </a:ln>
                <a:solidFill>
                  <a:schemeClr val="bg2"/>
                </a:solidFill>
                <a:effectLst/>
                <a:latin typeface="Arial" panose="020B0604020202020204" pitchFamily="34" charset="0"/>
              </a:rPr>
              <a:t>Pearson Education.</a:t>
            </a:r>
            <a:br>
              <a:rPr kumimoji="0" lang="en-US" altLang="en-US" sz="2400" b="0" i="0" u="none" strike="noStrike" cap="none" normalizeH="0" baseline="0" dirty="0">
                <a:ln>
                  <a:noFill/>
                </a:ln>
                <a:solidFill>
                  <a:schemeClr val="bg2"/>
                </a:solidFill>
                <a:effectLst/>
                <a:latin typeface="Arial" panose="020B0604020202020204" pitchFamily="34" charset="0"/>
              </a:rPr>
            </a:b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7.Schuster, T., et al. (2020).</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Towards Debiasing Language Models.</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ACL Conference Proceedings</a:t>
            </a:r>
            <a:r>
              <a:rPr kumimoji="0" lang="en-US" altLang="en-US" sz="2400" b="0" i="0" u="none" strike="noStrike" cap="none" normalizeH="0" baseline="0" dirty="0">
                <a:ln>
                  <a:noFill/>
                </a:ln>
                <a:solidFill>
                  <a:schemeClr val="bg2"/>
                </a:solidFill>
                <a:effectLst/>
                <a:latin typeface="Arial" panose="020B0604020202020204" pitchFamily="34" charset="0"/>
              </a:rPr>
              <a:t>.</a:t>
            </a:r>
            <a:br>
              <a:rPr kumimoji="0" lang="en-US" altLang="en-US" sz="2400" b="0" i="0" u="none" strike="noStrike" cap="none" normalizeH="0" baseline="0" dirty="0">
                <a:ln>
                  <a:noFill/>
                </a:ln>
                <a:solidFill>
                  <a:schemeClr val="bg2"/>
                </a:solidFill>
                <a:effectLst/>
                <a:latin typeface="Arial" panose="020B0604020202020204" pitchFamily="34" charset="0"/>
              </a:rPr>
            </a:br>
            <a:endParaRPr kumimoji="0" lang="en-US" altLang="en-US" sz="2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2"/>
                </a:solidFill>
                <a:effectLst/>
                <a:latin typeface="Arial" panose="020B0604020202020204" pitchFamily="34" charset="0"/>
              </a:rPr>
              <a:t>8.Parguel, B., Benoît-Moreau, F., &amp; </a:t>
            </a:r>
            <a:r>
              <a:rPr kumimoji="0" lang="en-US" altLang="en-US" sz="2400" b="0" i="0" u="none" strike="noStrike" cap="none" normalizeH="0" baseline="0" dirty="0" err="1">
                <a:ln>
                  <a:noFill/>
                </a:ln>
                <a:solidFill>
                  <a:schemeClr val="bg2"/>
                </a:solidFill>
                <a:effectLst/>
                <a:latin typeface="Arial" panose="020B0604020202020204" pitchFamily="34" charset="0"/>
              </a:rPr>
              <a:t>Larceneux</a:t>
            </a:r>
            <a:r>
              <a:rPr kumimoji="0" lang="en-US" altLang="en-US" sz="2400" b="0" i="0" u="none" strike="noStrike" cap="none" normalizeH="0" baseline="0" dirty="0">
                <a:ln>
                  <a:noFill/>
                </a:ln>
                <a:solidFill>
                  <a:schemeClr val="bg2"/>
                </a:solidFill>
                <a:effectLst/>
                <a:latin typeface="Arial" panose="020B0604020202020204" pitchFamily="34" charset="0"/>
              </a:rPr>
              <a:t>, F. (2011).</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0" i="1" u="none" strike="noStrike" cap="none" normalizeH="0" baseline="0" dirty="0">
                <a:ln>
                  <a:noFill/>
                </a:ln>
                <a:solidFill>
                  <a:schemeClr val="bg2"/>
                </a:solidFill>
                <a:effectLst/>
                <a:latin typeface="Arial" panose="020B0604020202020204" pitchFamily="34" charset="0"/>
              </a:rPr>
              <a:t>How sustainability ratings might deter greenwashing.</a:t>
            </a:r>
            <a:br>
              <a:rPr kumimoji="0" lang="en-US" altLang="en-US" sz="2400" b="0" i="0" u="none" strike="noStrike" cap="none" normalizeH="0" baseline="0" dirty="0">
                <a:ln>
                  <a:noFill/>
                </a:ln>
                <a:solidFill>
                  <a:schemeClr val="bg2"/>
                </a:solidFill>
                <a:effectLst/>
                <a:latin typeface="Arial" panose="020B0604020202020204" pitchFamily="34" charset="0"/>
              </a:rPr>
            </a:br>
            <a:r>
              <a:rPr kumimoji="0" lang="en-US" altLang="en-US" sz="2400" b="1" i="0" u="none" strike="noStrike" cap="none" normalizeH="0" baseline="0" dirty="0">
                <a:ln>
                  <a:noFill/>
                </a:ln>
                <a:solidFill>
                  <a:schemeClr val="bg2"/>
                </a:solidFill>
                <a:effectLst/>
                <a:latin typeface="Arial" panose="020B0604020202020204" pitchFamily="34" charset="0"/>
              </a:rPr>
              <a:t>Journal of Business Ethics</a:t>
            </a:r>
            <a:r>
              <a:rPr kumimoji="0" lang="en-US" altLang="en-US" sz="2400" b="0" i="0" u="none" strike="noStrike" cap="none" normalizeH="0" baseline="0" dirty="0">
                <a:ln>
                  <a:noFill/>
                </a:ln>
                <a:solidFill>
                  <a:schemeClr val="bg2"/>
                </a:solidFill>
                <a:effectLst/>
                <a:latin typeface="Arial" panose="020B0604020202020204" pitchFamily="34" charset="0"/>
              </a:rPr>
              <a:t>, 102(1), 15–28.</a:t>
            </a:r>
          </a:p>
        </p:txBody>
      </p:sp>
    </p:spTree>
    <p:extLst>
      <p:ext uri="{BB962C8B-B14F-4D97-AF65-F5344CB8AC3E}">
        <p14:creationId xmlns:p14="http://schemas.microsoft.com/office/powerpoint/2010/main" val="2425314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i Background Images – Browse 14,849,126 Stock Photos, Vectors, and Video |  Adobe Stock">
            <a:extLst>
              <a:ext uri="{FF2B5EF4-FFF2-40B4-BE49-F238E27FC236}">
                <a16:creationId xmlns:a16="http://schemas.microsoft.com/office/drawing/2014/main" id="{37936D39-A1CE-7602-1852-B243CD25E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329ACFC-02DB-CB83-844B-FC95F007203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Thank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2284458309"/>
      </p:ext>
    </p:extLst>
  </p:cSld>
  <p:clrMapOvr>
    <a:masterClrMapping/>
  </p:clrMapOvr>
</p:sld>
</file>

<file path=ppt/theme/theme1.xml><?xml version="1.0" encoding="utf-8"?>
<a:theme xmlns:a="http://schemas.openxmlformats.org/drawingml/2006/main" name="Greenwashing Impact Thesis Defense by Slidesgo">
  <a:themeElements>
    <a:clrScheme name="Simple Light">
      <a:dk1>
        <a:srgbClr val="134E2D"/>
      </a:dk1>
      <a:lt1>
        <a:srgbClr val="2E2E2E"/>
      </a:lt1>
      <a:dk2>
        <a:srgbClr val="FFFFFF"/>
      </a:dk2>
      <a:lt2>
        <a:srgbClr val="07902A"/>
      </a:lt2>
      <a:accent1>
        <a:srgbClr val="7EB730"/>
      </a:accent1>
      <a:accent2>
        <a:srgbClr val="23B759"/>
      </a:accent2>
      <a:accent3>
        <a:srgbClr val="FFFFFF"/>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rtificial Intelligence (AI) Technology Consulting by Slidesgo">
  <a:themeElements>
    <a:clrScheme name="Simple Light">
      <a:dk1>
        <a:srgbClr val="FFFFFF"/>
      </a:dk1>
      <a:lt1>
        <a:srgbClr val="27173A"/>
      </a:lt1>
      <a:dk2>
        <a:srgbClr val="AE77D6"/>
      </a:dk2>
      <a:lt2>
        <a:srgbClr val="5A1387"/>
      </a:lt2>
      <a:accent1>
        <a:srgbClr val="76F3FB"/>
      </a:accent1>
      <a:accent2>
        <a:srgbClr val="729B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Greenwashing Impact Thesis Defense by Slidesgo</Template>
  <TotalTime>487</TotalTime>
  <Words>1071</Words>
  <Application>Microsoft Office PowerPoint</Application>
  <PresentationFormat>Widescreen</PresentationFormat>
  <Paragraphs>125</Paragraphs>
  <Slides>16</Slides>
  <Notes>0</Notes>
  <HiddenSlides>0</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16</vt:i4>
      </vt:variant>
    </vt:vector>
  </HeadingPairs>
  <TitlesOfParts>
    <vt:vector size="37" baseType="lpstr">
      <vt:lpstr>Algerian</vt:lpstr>
      <vt:lpstr>Anaheim</vt:lpstr>
      <vt:lpstr>Arial</vt:lpstr>
      <vt:lpstr>Bebas Neue</vt:lpstr>
      <vt:lpstr>Cambria Math</vt:lpstr>
      <vt:lpstr>Commissioner</vt:lpstr>
      <vt:lpstr>DM Sans</vt:lpstr>
      <vt:lpstr>Garamond</vt:lpstr>
      <vt:lpstr>Montserrat</vt:lpstr>
      <vt:lpstr>Montserrat Black</vt:lpstr>
      <vt:lpstr>Montserrat Light</vt:lpstr>
      <vt:lpstr>Nunito Light</vt:lpstr>
      <vt:lpstr>Proxima Nova</vt:lpstr>
      <vt:lpstr>PT Sans</vt:lpstr>
      <vt:lpstr>Public Sans</vt:lpstr>
      <vt:lpstr>Times New Roman</vt:lpstr>
      <vt:lpstr>Wingdings</vt:lpstr>
      <vt:lpstr>Greenwashing Impact Thesis Defense by Slidesgo</vt:lpstr>
      <vt:lpstr>Slidesgo Final Pages</vt:lpstr>
      <vt:lpstr>Artificial Intelligence (AI) Technology Consulting by Slidesgo</vt:lpstr>
      <vt:lpstr>1_Slidesgo Final Pages</vt:lpstr>
      <vt:lpstr>EcoLens-An AI-Based System For Detecting Greenwashing In Sustainability Claims</vt:lpstr>
      <vt:lpstr>TABLE OF CONTENTS </vt:lpstr>
      <vt:lpstr>ABSTRACT</vt:lpstr>
      <vt:lpstr>PowerPoint Presentation</vt:lpstr>
      <vt:lpstr>INTRODUCTION</vt:lpstr>
      <vt:lpstr>LITERATURE REVIEW</vt:lpstr>
      <vt:lpstr>PowerPoint Presentation</vt:lpstr>
      <vt:lpstr>EXISTING SYSTEM</vt:lpstr>
      <vt:lpstr>PROPOSED SYSTEM</vt:lpstr>
      <vt:lpstr>PROBLEM STATEMENT &amp; RELEVANT DATA</vt:lpstr>
      <vt:lpstr>METHODOLOGY</vt:lpstr>
      <vt:lpstr>RESULTS &amp; DISCUSSION</vt:lpstr>
      <vt:lpstr>CONCLUSION &amp; FUTURE SCOPE </vt:lpstr>
      <vt:lpstr>REFERENCES</vt:lpstr>
      <vt:lpstr>5.BERT: Devlin, J., Chang, M. W., Lee, K., &amp; Toutanova, K. (2019). BERT: Pre-training of Deep Bidirectional Transformers for Language Understanding. NAACL-HLT.  6.Jurafsky, D., &amp; Martin, J. H. (2021). Speech and Language Processing. Pearson Education.  7.Schuster, T., et al. (2020). Towards Debiasing Language Models. ACL Conference Proceedings.  8.Parguel, B., Benoît-Moreau, F., &amp; Larceneux, F. (2011). How sustainability ratings might deter greenwashing. Journal of Business Ethics, 102(1), 15–28.</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Sahitya Movva</dc:creator>
  <cp:lastModifiedBy>Sahitya Movva</cp:lastModifiedBy>
  <cp:revision>2</cp:revision>
  <dcterms:created xsi:type="dcterms:W3CDTF">2025-12-28T15:24:43Z</dcterms:created>
  <dcterms:modified xsi:type="dcterms:W3CDTF">2026-01-29T01:03:46Z</dcterms:modified>
</cp:coreProperties>
</file>